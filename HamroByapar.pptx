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3" r:id="rId1"/>
  </p:sldMasterIdLst>
  <p:notesMasterIdLst>
    <p:notesMasterId r:id="rId30"/>
  </p:notesMasterIdLst>
  <p:sldIdLst>
    <p:sldId id="256" r:id="rId2"/>
    <p:sldId id="259" r:id="rId3"/>
    <p:sldId id="370" r:id="rId4"/>
    <p:sldId id="266" r:id="rId5"/>
    <p:sldId id="263" r:id="rId6"/>
    <p:sldId id="348" r:id="rId7"/>
    <p:sldId id="349" r:id="rId8"/>
    <p:sldId id="350" r:id="rId9"/>
    <p:sldId id="351" r:id="rId10"/>
    <p:sldId id="352" r:id="rId11"/>
    <p:sldId id="353" r:id="rId12"/>
    <p:sldId id="354" r:id="rId13"/>
    <p:sldId id="355" r:id="rId14"/>
    <p:sldId id="371" r:id="rId15"/>
    <p:sldId id="372" r:id="rId16"/>
    <p:sldId id="356" r:id="rId17"/>
    <p:sldId id="357" r:id="rId18"/>
    <p:sldId id="358" r:id="rId19"/>
    <p:sldId id="359" r:id="rId20"/>
    <p:sldId id="360" r:id="rId21"/>
    <p:sldId id="361" r:id="rId22"/>
    <p:sldId id="363" r:id="rId23"/>
    <p:sldId id="362" r:id="rId24"/>
    <p:sldId id="364" r:id="rId25"/>
    <p:sldId id="365" r:id="rId26"/>
    <p:sldId id="261" r:id="rId27"/>
    <p:sldId id="368" r:id="rId28"/>
    <p:sldId id="369" r:id="rId29"/>
  </p:sldIdLst>
  <p:sldSz cx="9144000" cy="5143500" type="screen16x9"/>
  <p:notesSz cx="6858000" cy="9144000"/>
  <p:embeddedFontLst>
    <p:embeddedFont>
      <p:font typeface="Crimson Text" pitchFamily="2" charset="0"/>
      <p:regular r:id="rId31"/>
      <p:bold r:id="rId32"/>
      <p:italic r:id="rId33"/>
      <p:boldItalic r:id="rId34"/>
    </p:embeddedFont>
    <p:embeddedFont>
      <p:font typeface="Montserrat" pitchFamily="2" charset="77"/>
      <p:regular r:id="rId35"/>
      <p:bold r:id="rId36"/>
      <p:italic r:id="rId37"/>
      <p:boldItalic r:id="rId38"/>
    </p:embeddedFont>
    <p:embeddedFont>
      <p:font typeface="Vidaloka" panose="02000504000000020004" pitchFamily="2" charset="0"/>
      <p:regular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3F0472-6888-427A-9BE0-84B91E32F15A}" v="1924" dt="2025-01-02T17:36:23.826"/>
  </p1510:revLst>
</p1510:revInfo>
</file>

<file path=ppt/tableStyles.xml><?xml version="1.0" encoding="utf-8"?>
<a:tblStyleLst xmlns:a="http://schemas.openxmlformats.org/drawingml/2006/main" def="{08EC0BEB-E69F-458E-BD0F-941020C3618E}">
  <a:tblStyle styleId="{08EC0BEB-E69F-458E-BD0F-941020C3618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1"/>
  </p:normalViewPr>
  <p:slideViewPr>
    <p:cSldViewPr snapToGrid="0">
      <p:cViewPr varScale="1">
        <p:scale>
          <a:sx n="154" d="100"/>
          <a:sy n="154" d="100"/>
        </p:scale>
        <p:origin x="44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schal Dhungana" userId="20240069b967445c" providerId="LiveId" clId="{863F0472-6888-427A-9BE0-84B91E32F15A}"/>
    <pc:docChg chg="undo custSel addSld delSld modSld sldOrd addMainMaster delMainMaster">
      <pc:chgData name="Nischal Dhungana" userId="20240069b967445c" providerId="LiveId" clId="{863F0472-6888-427A-9BE0-84B91E32F15A}" dt="2025-01-02T17:36:23.826" v="2689"/>
      <pc:docMkLst>
        <pc:docMk/>
      </pc:docMkLst>
      <pc:sldChg chg="modSp mod modTransition modNotes">
        <pc:chgData name="Nischal Dhungana" userId="20240069b967445c" providerId="LiveId" clId="{863F0472-6888-427A-9BE0-84B91E32F15A}" dt="2025-01-02T17:36:23.826" v="2689"/>
        <pc:sldMkLst>
          <pc:docMk/>
          <pc:sldMk cId="0" sldId="256"/>
        </pc:sldMkLst>
        <pc:spChg chg="mod">
          <ac:chgData name="Nischal Dhungana" userId="20240069b967445c" providerId="LiveId" clId="{863F0472-6888-427A-9BE0-84B91E32F15A}" dt="2025-01-02T16:18:51.110" v="23" actId="14100"/>
          <ac:spMkLst>
            <pc:docMk/>
            <pc:sldMk cId="0" sldId="256"/>
            <ac:spMk id="482" creationId="{00000000-0000-0000-0000-000000000000}"/>
          </ac:spMkLst>
        </pc:spChg>
        <pc:spChg chg="mod">
          <ac:chgData name="Nischal Dhungana" userId="20240069b967445c" providerId="LiveId" clId="{863F0472-6888-427A-9BE0-84B91E32F15A}" dt="2025-01-02T16:19:28.150" v="90" actId="121"/>
          <ac:spMkLst>
            <pc:docMk/>
            <pc:sldMk cId="0" sldId="256"/>
            <ac:spMk id="483" creationId="{00000000-0000-0000-0000-000000000000}"/>
          </ac:spMkLst>
        </pc:spChg>
      </pc:sldChg>
      <pc:sldChg chg="del">
        <pc:chgData name="Nischal Dhungana" userId="20240069b967445c" providerId="LiveId" clId="{863F0472-6888-427A-9BE0-84B91E32F15A}" dt="2025-01-02T16:34:24.792" v="351" actId="47"/>
        <pc:sldMkLst>
          <pc:docMk/>
          <pc:sldMk cId="0" sldId="257"/>
        </pc:sldMkLst>
      </pc:sldChg>
      <pc:sldChg chg="del">
        <pc:chgData name="Nischal Dhungana" userId="20240069b967445c" providerId="LiveId" clId="{863F0472-6888-427A-9BE0-84B91E32F15A}" dt="2025-01-02T16:23:14.813" v="95" actId="47"/>
        <pc:sldMkLst>
          <pc:docMk/>
          <pc:sldMk cId="0" sldId="258"/>
        </pc:sldMkLst>
      </pc:sldChg>
      <pc:sldChg chg="addSp delSp modSp mod modTransition delAnim">
        <pc:chgData name="Nischal Dhungana" userId="20240069b967445c" providerId="LiveId" clId="{863F0472-6888-427A-9BE0-84B91E32F15A}" dt="2025-01-02T17:36:08.951" v="2688"/>
        <pc:sldMkLst>
          <pc:docMk/>
          <pc:sldMk cId="0" sldId="259"/>
        </pc:sldMkLst>
        <pc:spChg chg="add del mod">
          <ac:chgData name="Nischal Dhungana" userId="20240069b967445c" providerId="LiveId" clId="{863F0472-6888-427A-9BE0-84B91E32F15A}" dt="2025-01-02T16:25:58.092" v="121" actId="478"/>
          <ac:spMkLst>
            <pc:docMk/>
            <pc:sldMk cId="0" sldId="259"/>
            <ac:spMk id="3" creationId="{324D6B10-DED3-8AFD-76C2-A6E3CE5DCFCA}"/>
          </ac:spMkLst>
        </pc:spChg>
        <pc:spChg chg="add del mod">
          <ac:chgData name="Nischal Dhungana" userId="20240069b967445c" providerId="LiveId" clId="{863F0472-6888-427A-9BE0-84B91E32F15A}" dt="2025-01-02T16:26:07.916" v="134" actId="478"/>
          <ac:spMkLst>
            <pc:docMk/>
            <pc:sldMk cId="0" sldId="259"/>
            <ac:spMk id="5" creationId="{D2BF67DA-43F6-3C22-D180-4D3A7180A1C7}"/>
          </ac:spMkLst>
        </pc:spChg>
        <pc:spChg chg="add del mod">
          <ac:chgData name="Nischal Dhungana" userId="20240069b967445c" providerId="LiveId" clId="{863F0472-6888-427A-9BE0-84B91E32F15A}" dt="2025-01-02T16:27:52.877" v="164" actId="478"/>
          <ac:spMkLst>
            <pc:docMk/>
            <pc:sldMk cId="0" sldId="259"/>
            <ac:spMk id="7" creationId="{6657A3B2-215B-95AA-32EA-1CA2FA34F7CC}"/>
          </ac:spMkLst>
        </pc:spChg>
        <pc:spChg chg="add del mod">
          <ac:chgData name="Nischal Dhungana" userId="20240069b967445c" providerId="LiveId" clId="{863F0472-6888-427A-9BE0-84B91E32F15A}" dt="2025-01-02T16:28:33.918" v="168" actId="478"/>
          <ac:spMkLst>
            <pc:docMk/>
            <pc:sldMk cId="0" sldId="259"/>
            <ac:spMk id="9" creationId="{F415CFF0-0F5E-B907-DA97-B20652836AF7}"/>
          </ac:spMkLst>
        </pc:spChg>
        <pc:spChg chg="del mod">
          <ac:chgData name="Nischal Dhungana" userId="20240069b967445c" providerId="LiveId" clId="{863F0472-6888-427A-9BE0-84B91E32F15A}" dt="2025-01-02T16:25:35.264" v="110" actId="478"/>
          <ac:spMkLst>
            <pc:docMk/>
            <pc:sldMk cId="0" sldId="259"/>
            <ac:spMk id="512" creationId="{00000000-0000-0000-0000-000000000000}"/>
          </ac:spMkLst>
        </pc:spChg>
        <pc:spChg chg="del mod">
          <ac:chgData name="Nischal Dhungana" userId="20240069b967445c" providerId="LiveId" clId="{863F0472-6888-427A-9BE0-84B91E32F15A}" dt="2025-01-02T16:25:52.079" v="120" actId="478"/>
          <ac:spMkLst>
            <pc:docMk/>
            <pc:sldMk cId="0" sldId="259"/>
            <ac:spMk id="513" creationId="{00000000-0000-0000-0000-000000000000}"/>
          </ac:spMkLst>
        </pc:spChg>
        <pc:spChg chg="mod">
          <ac:chgData name="Nischal Dhungana" userId="20240069b967445c" providerId="LiveId" clId="{863F0472-6888-427A-9BE0-84B91E32F15A}" dt="2025-01-02T16:23:26.168" v="107" actId="20577"/>
          <ac:spMkLst>
            <pc:docMk/>
            <pc:sldMk cId="0" sldId="259"/>
            <ac:spMk id="517" creationId="{00000000-0000-0000-0000-000000000000}"/>
          </ac:spMkLst>
        </pc:spChg>
        <pc:spChg chg="del mod">
          <ac:chgData name="Nischal Dhungana" userId="20240069b967445c" providerId="LiveId" clId="{863F0472-6888-427A-9BE0-84B91E32F15A}" dt="2025-01-02T16:25:31.606" v="108" actId="478"/>
          <ac:spMkLst>
            <pc:docMk/>
            <pc:sldMk cId="0" sldId="259"/>
            <ac:spMk id="518" creationId="{00000000-0000-0000-0000-000000000000}"/>
          </ac:spMkLst>
        </pc:spChg>
        <pc:spChg chg="mod">
          <ac:chgData name="Nischal Dhungana" userId="20240069b967445c" providerId="LiveId" clId="{863F0472-6888-427A-9BE0-84B91E32F15A}" dt="2025-01-02T16:25:50.111" v="119" actId="20577"/>
          <ac:spMkLst>
            <pc:docMk/>
            <pc:sldMk cId="0" sldId="259"/>
            <ac:spMk id="519" creationId="{00000000-0000-0000-0000-000000000000}"/>
          </ac:spMkLst>
        </pc:spChg>
        <pc:spChg chg="mod">
          <ac:chgData name="Nischal Dhungana" userId="20240069b967445c" providerId="LiveId" clId="{863F0472-6888-427A-9BE0-84B91E32F15A}" dt="2025-01-02T16:26:03.174" v="132" actId="20577"/>
          <ac:spMkLst>
            <pc:docMk/>
            <pc:sldMk cId="0" sldId="259"/>
            <ac:spMk id="521" creationId="{00000000-0000-0000-0000-000000000000}"/>
          </ac:spMkLst>
        </pc:spChg>
        <pc:spChg chg="del">
          <ac:chgData name="Nischal Dhungana" userId="20240069b967445c" providerId="LiveId" clId="{863F0472-6888-427A-9BE0-84B91E32F15A}" dt="2025-01-02T16:26:05.516" v="133" actId="478"/>
          <ac:spMkLst>
            <pc:docMk/>
            <pc:sldMk cId="0" sldId="259"/>
            <ac:spMk id="522" creationId="{00000000-0000-0000-0000-000000000000}"/>
          </ac:spMkLst>
        </pc:spChg>
        <pc:spChg chg="mod">
          <ac:chgData name="Nischal Dhungana" userId="20240069b967445c" providerId="LiveId" clId="{863F0472-6888-427A-9BE0-84B91E32F15A}" dt="2025-01-02T16:28:22.010" v="165" actId="14100"/>
          <ac:spMkLst>
            <pc:docMk/>
            <pc:sldMk cId="0" sldId="259"/>
            <ac:spMk id="523" creationId="{00000000-0000-0000-0000-000000000000}"/>
          </ac:spMkLst>
        </pc:spChg>
        <pc:spChg chg="del mod">
          <ac:chgData name="Nischal Dhungana" userId="20240069b967445c" providerId="LiveId" clId="{863F0472-6888-427A-9BE0-84B91E32F15A}" dt="2025-01-02T16:27:49.242" v="163" actId="478"/>
          <ac:spMkLst>
            <pc:docMk/>
            <pc:sldMk cId="0" sldId="259"/>
            <ac:spMk id="525" creationId="{00000000-0000-0000-0000-000000000000}"/>
          </ac:spMkLst>
        </pc:spChg>
        <pc:spChg chg="mod">
          <ac:chgData name="Nischal Dhungana" userId="20240069b967445c" providerId="LiveId" clId="{863F0472-6888-427A-9BE0-84B91E32F15A}" dt="2025-01-02T16:31:05.322" v="232" actId="20577"/>
          <ac:spMkLst>
            <pc:docMk/>
            <pc:sldMk cId="0" sldId="259"/>
            <ac:spMk id="526" creationId="{00000000-0000-0000-0000-000000000000}"/>
          </ac:spMkLst>
        </pc:spChg>
        <pc:spChg chg="del mod">
          <ac:chgData name="Nischal Dhungana" userId="20240069b967445c" providerId="LiveId" clId="{863F0472-6888-427A-9BE0-84B91E32F15A}" dt="2025-01-02T16:28:33.032" v="167" actId="478"/>
          <ac:spMkLst>
            <pc:docMk/>
            <pc:sldMk cId="0" sldId="259"/>
            <ac:spMk id="528" creationId="{00000000-0000-0000-0000-000000000000}"/>
          </ac:spMkLst>
        </pc:spChg>
      </pc:sldChg>
      <pc:sldChg chg="addSp delSp modSp del mod">
        <pc:chgData name="Nischal Dhungana" userId="20240069b967445c" providerId="LiveId" clId="{863F0472-6888-427A-9BE0-84B91E32F15A}" dt="2025-01-02T17:10:37.529" v="1932" actId="47"/>
        <pc:sldMkLst>
          <pc:docMk/>
          <pc:sldMk cId="0" sldId="260"/>
        </pc:sldMkLst>
        <pc:spChg chg="add del mod">
          <ac:chgData name="Nischal Dhungana" userId="20240069b967445c" providerId="LiveId" clId="{863F0472-6888-427A-9BE0-84B91E32F15A}" dt="2025-01-02T17:09:59.332" v="1919" actId="478"/>
          <ac:spMkLst>
            <pc:docMk/>
            <pc:sldMk cId="0" sldId="260"/>
            <ac:spMk id="3" creationId="{628E884D-798B-8BFF-C75A-BCBA73D79DB5}"/>
          </ac:spMkLst>
        </pc:spChg>
        <pc:spChg chg="add del mod">
          <ac:chgData name="Nischal Dhungana" userId="20240069b967445c" providerId="LiveId" clId="{863F0472-6888-427A-9BE0-84B91E32F15A}" dt="2025-01-02T17:10:29.443" v="1929" actId="478"/>
          <ac:spMkLst>
            <pc:docMk/>
            <pc:sldMk cId="0" sldId="260"/>
            <ac:spMk id="5" creationId="{0C970B44-9EAE-BC68-70C0-056252AFF601}"/>
          </ac:spMkLst>
        </pc:spChg>
        <pc:spChg chg="del">
          <ac:chgData name="Nischal Dhungana" userId="20240069b967445c" providerId="LiveId" clId="{863F0472-6888-427A-9BE0-84B91E32F15A}" dt="2025-01-02T17:09:55.877" v="1917" actId="478"/>
          <ac:spMkLst>
            <pc:docMk/>
            <pc:sldMk cId="0" sldId="260"/>
            <ac:spMk id="534" creationId="{00000000-0000-0000-0000-000000000000}"/>
          </ac:spMkLst>
        </pc:spChg>
        <pc:spChg chg="del mod">
          <ac:chgData name="Nischal Dhungana" userId="20240069b967445c" providerId="LiveId" clId="{863F0472-6888-427A-9BE0-84B91E32F15A}" dt="2025-01-02T17:10:01.829" v="1923" actId="478"/>
          <ac:spMkLst>
            <pc:docMk/>
            <pc:sldMk cId="0" sldId="260"/>
            <ac:spMk id="535" creationId="{00000000-0000-0000-0000-000000000000}"/>
          </ac:spMkLst>
        </pc:spChg>
        <pc:picChg chg="add mod">
          <ac:chgData name="Nischal Dhungana" userId="20240069b967445c" providerId="LiveId" clId="{863F0472-6888-427A-9BE0-84B91E32F15A}" dt="2025-01-02T17:10:34.749" v="1931" actId="1076"/>
          <ac:picMkLst>
            <pc:docMk/>
            <pc:sldMk cId="0" sldId="260"/>
            <ac:picMk id="6" creationId="{0A682AD9-9A32-E4C5-1B86-3FE73219E792}"/>
          </ac:picMkLst>
        </pc:picChg>
      </pc:sldChg>
      <pc:sldChg chg="addSp delSp modSp mod modTransition delAnim">
        <pc:chgData name="Nischal Dhungana" userId="20240069b967445c" providerId="LiveId" clId="{863F0472-6888-427A-9BE0-84B91E32F15A}" dt="2025-01-02T17:36:08.951" v="2688"/>
        <pc:sldMkLst>
          <pc:docMk/>
          <pc:sldMk cId="0" sldId="261"/>
        </pc:sldMkLst>
        <pc:spChg chg="add del mod">
          <ac:chgData name="Nischal Dhungana" userId="20240069b967445c" providerId="LiveId" clId="{863F0472-6888-427A-9BE0-84B91E32F15A}" dt="2025-01-02T17:23:16.403" v="2233" actId="478"/>
          <ac:spMkLst>
            <pc:docMk/>
            <pc:sldMk cId="0" sldId="261"/>
            <ac:spMk id="3" creationId="{5C763600-2524-A486-A035-81AD838D2F51}"/>
          </ac:spMkLst>
        </pc:spChg>
        <pc:spChg chg="add del mod">
          <ac:chgData name="Nischal Dhungana" userId="20240069b967445c" providerId="LiveId" clId="{863F0472-6888-427A-9BE0-84B91E32F15A}" dt="2025-01-02T17:23:23.071" v="2237" actId="22"/>
          <ac:spMkLst>
            <pc:docMk/>
            <pc:sldMk cId="0" sldId="261"/>
            <ac:spMk id="5" creationId="{21CEEEF9-3596-8118-0439-2444B28D1B11}"/>
          </ac:spMkLst>
        </pc:spChg>
        <pc:spChg chg="add del mod">
          <ac:chgData name="Nischal Dhungana" userId="20240069b967445c" providerId="LiveId" clId="{863F0472-6888-427A-9BE0-84B91E32F15A}" dt="2025-01-02T17:31:37.493" v="2486" actId="478"/>
          <ac:spMkLst>
            <pc:docMk/>
            <pc:sldMk cId="0" sldId="261"/>
            <ac:spMk id="11" creationId="{FBB1C2B5-EF09-A2F6-670C-F1B7C90C8206}"/>
          </ac:spMkLst>
        </pc:spChg>
        <pc:spChg chg="add mod">
          <ac:chgData name="Nischal Dhungana" userId="20240069b967445c" providerId="LiveId" clId="{863F0472-6888-427A-9BE0-84B91E32F15A}" dt="2025-01-02T17:32:08.406" v="2524" actId="122"/>
          <ac:spMkLst>
            <pc:docMk/>
            <pc:sldMk cId="0" sldId="261"/>
            <ac:spMk id="12" creationId="{2CD6970D-3659-2F99-5026-596925666F58}"/>
          </ac:spMkLst>
        </pc:spChg>
        <pc:spChg chg="del mod">
          <ac:chgData name="Nischal Dhungana" userId="20240069b967445c" providerId="LiveId" clId="{863F0472-6888-427A-9BE0-84B91E32F15A}" dt="2025-01-02T17:31:35.182" v="2485" actId="478"/>
          <ac:spMkLst>
            <pc:docMk/>
            <pc:sldMk cId="0" sldId="261"/>
            <ac:spMk id="540" creationId="{00000000-0000-0000-0000-000000000000}"/>
          </ac:spMkLst>
        </pc:spChg>
        <pc:spChg chg="del mod">
          <ac:chgData name="Nischal Dhungana" userId="20240069b967445c" providerId="LiveId" clId="{863F0472-6888-427A-9BE0-84B91E32F15A}" dt="2025-01-02T17:23:13.188" v="2232" actId="478"/>
          <ac:spMkLst>
            <pc:docMk/>
            <pc:sldMk cId="0" sldId="261"/>
            <ac:spMk id="541" creationId="{00000000-0000-0000-0000-000000000000}"/>
          </ac:spMkLst>
        </pc:spChg>
        <pc:graphicFrameChg chg="add del mod modGraphic">
          <ac:chgData name="Nischal Dhungana" userId="20240069b967445c" providerId="LiveId" clId="{863F0472-6888-427A-9BE0-84B91E32F15A}" dt="2025-01-02T17:24:26.922" v="2248" actId="478"/>
          <ac:graphicFrameMkLst>
            <pc:docMk/>
            <pc:sldMk cId="0" sldId="261"/>
            <ac:graphicFrameMk id="6" creationId="{A63364A9-D55E-18DC-B07A-5EFE1E15EE98}"/>
          </ac:graphicFrameMkLst>
        </pc:graphicFrameChg>
        <pc:graphicFrameChg chg="add mod modGraphic">
          <ac:chgData name="Nischal Dhungana" userId="20240069b967445c" providerId="LiveId" clId="{863F0472-6888-427A-9BE0-84B91E32F15A}" dt="2025-01-02T17:31:42.018" v="2487" actId="1076"/>
          <ac:graphicFrameMkLst>
            <pc:docMk/>
            <pc:sldMk cId="0" sldId="261"/>
            <ac:graphicFrameMk id="9" creationId="{7EED6488-5C9A-7228-343E-10CE7BDB7999}"/>
          </ac:graphicFrameMkLst>
        </pc:graphicFrameChg>
        <pc:inkChg chg="add del">
          <ac:chgData name="Nischal Dhungana" userId="20240069b967445c" providerId="LiveId" clId="{863F0472-6888-427A-9BE0-84B91E32F15A}" dt="2025-01-02T17:24:07.321" v="2244" actId="9405"/>
          <ac:inkMkLst>
            <pc:docMk/>
            <pc:sldMk cId="0" sldId="261"/>
            <ac:inkMk id="7" creationId="{751C550D-B07E-CDF2-9EFE-A854F363DF21}"/>
          </ac:inkMkLst>
        </pc:inkChg>
        <pc:inkChg chg="add del">
          <ac:chgData name="Nischal Dhungana" userId="20240069b967445c" providerId="LiveId" clId="{863F0472-6888-427A-9BE0-84B91E32F15A}" dt="2025-01-02T17:24:08.746" v="2246" actId="9405"/>
          <ac:inkMkLst>
            <pc:docMk/>
            <pc:sldMk cId="0" sldId="261"/>
            <ac:inkMk id="8" creationId="{1B8167D2-5838-4F58-C1C4-859F6683AF93}"/>
          </ac:inkMkLst>
        </pc:inkChg>
      </pc:sldChg>
      <pc:sldChg chg="del">
        <pc:chgData name="Nischal Dhungana" userId="20240069b967445c" providerId="LiveId" clId="{863F0472-6888-427A-9BE0-84B91E32F15A}" dt="2025-01-02T17:34:48.806" v="2597" actId="47"/>
        <pc:sldMkLst>
          <pc:docMk/>
          <pc:sldMk cId="0" sldId="262"/>
        </pc:sldMkLst>
      </pc:sldChg>
      <pc:sldChg chg="modSp mod ord modTransition modNotes">
        <pc:chgData name="Nischal Dhungana" userId="20240069b967445c" providerId="LiveId" clId="{863F0472-6888-427A-9BE0-84B91E32F15A}" dt="2025-01-02T17:36:08.951" v="2688"/>
        <pc:sldMkLst>
          <pc:docMk/>
          <pc:sldMk cId="0" sldId="263"/>
        </pc:sldMkLst>
        <pc:spChg chg="mod">
          <ac:chgData name="Nischal Dhungana" userId="20240069b967445c" providerId="LiveId" clId="{863F0472-6888-427A-9BE0-84B91E32F15A}" dt="2025-01-02T16:56:13.534" v="1607" actId="14100"/>
          <ac:spMkLst>
            <pc:docMk/>
            <pc:sldMk cId="0" sldId="263"/>
            <ac:spMk id="553" creationId="{00000000-0000-0000-0000-000000000000}"/>
          </ac:spMkLst>
        </pc:spChg>
        <pc:spChg chg="mod">
          <ac:chgData name="Nischal Dhungana" userId="20240069b967445c" providerId="LiveId" clId="{863F0472-6888-427A-9BE0-84B91E32F15A}" dt="2025-01-02T16:33:23.532" v="350" actId="20577"/>
          <ac:spMkLst>
            <pc:docMk/>
            <pc:sldMk cId="0" sldId="263"/>
            <ac:spMk id="554" creationId="{00000000-0000-0000-0000-000000000000}"/>
          </ac:spMkLst>
        </pc:spChg>
      </pc:sldChg>
      <pc:sldChg chg="del">
        <pc:chgData name="Nischal Dhungana" userId="20240069b967445c" providerId="LiveId" clId="{863F0472-6888-427A-9BE0-84B91E32F15A}" dt="2025-01-02T17:34:50.401" v="2598" actId="47"/>
        <pc:sldMkLst>
          <pc:docMk/>
          <pc:sldMk cId="0" sldId="264"/>
        </pc:sldMkLst>
      </pc:sldChg>
      <pc:sldChg chg="del">
        <pc:chgData name="Nischal Dhungana" userId="20240069b967445c" providerId="LiveId" clId="{863F0472-6888-427A-9BE0-84B91E32F15A}" dt="2025-01-02T17:34:51.314" v="2599" actId="47"/>
        <pc:sldMkLst>
          <pc:docMk/>
          <pc:sldMk cId="0" sldId="265"/>
        </pc:sldMkLst>
      </pc:sldChg>
      <pc:sldChg chg="addSp delSp modSp mod ord modTransition">
        <pc:chgData name="Nischal Dhungana" userId="20240069b967445c" providerId="LiveId" clId="{863F0472-6888-427A-9BE0-84B91E32F15A}" dt="2025-01-02T17:36:08.951" v="2688"/>
        <pc:sldMkLst>
          <pc:docMk/>
          <pc:sldMk cId="0" sldId="266"/>
        </pc:sldMkLst>
        <pc:spChg chg="add del mod">
          <ac:chgData name="Nischal Dhungana" userId="20240069b967445c" providerId="LiveId" clId="{863F0472-6888-427A-9BE0-84B91E32F15A}" dt="2025-01-02T16:54:34.709" v="1521" actId="478"/>
          <ac:spMkLst>
            <pc:docMk/>
            <pc:sldMk cId="0" sldId="266"/>
            <ac:spMk id="3" creationId="{605B15A9-EF28-4840-C797-F80535F8F460}"/>
          </ac:spMkLst>
        </pc:spChg>
        <pc:spChg chg="mod">
          <ac:chgData name="Nischal Dhungana" userId="20240069b967445c" providerId="LiveId" clId="{863F0472-6888-427A-9BE0-84B91E32F15A}" dt="2025-01-02T16:56:55.005" v="1623" actId="122"/>
          <ac:spMkLst>
            <pc:docMk/>
            <pc:sldMk cId="0" sldId="266"/>
            <ac:spMk id="572" creationId="{00000000-0000-0000-0000-000000000000}"/>
          </ac:spMkLst>
        </pc:spChg>
        <pc:spChg chg="del mod">
          <ac:chgData name="Nischal Dhungana" userId="20240069b967445c" providerId="LiveId" clId="{863F0472-6888-427A-9BE0-84B91E32F15A}" dt="2025-01-02T16:54:33.356" v="1520" actId="478"/>
          <ac:spMkLst>
            <pc:docMk/>
            <pc:sldMk cId="0" sldId="266"/>
            <ac:spMk id="574" creationId="{00000000-0000-0000-0000-000000000000}"/>
          </ac:spMkLst>
        </pc:spChg>
      </pc:sldChg>
      <pc:sldChg chg="del">
        <pc:chgData name="Nischal Dhungana" userId="20240069b967445c" providerId="LiveId" clId="{863F0472-6888-427A-9BE0-84B91E32F15A}" dt="2025-01-02T17:34:52.234" v="2600" actId="47"/>
        <pc:sldMkLst>
          <pc:docMk/>
          <pc:sldMk cId="0" sldId="267"/>
        </pc:sldMkLst>
      </pc:sldChg>
      <pc:sldChg chg="del">
        <pc:chgData name="Nischal Dhungana" userId="20240069b967445c" providerId="LiveId" clId="{863F0472-6888-427A-9BE0-84B91E32F15A}" dt="2025-01-02T17:34:52.774" v="2601" actId="47"/>
        <pc:sldMkLst>
          <pc:docMk/>
          <pc:sldMk cId="0" sldId="268"/>
        </pc:sldMkLst>
      </pc:sldChg>
      <pc:sldChg chg="del">
        <pc:chgData name="Nischal Dhungana" userId="20240069b967445c" providerId="LiveId" clId="{863F0472-6888-427A-9BE0-84B91E32F15A}" dt="2025-01-02T17:34:53.382" v="2602" actId="47"/>
        <pc:sldMkLst>
          <pc:docMk/>
          <pc:sldMk cId="0" sldId="269"/>
        </pc:sldMkLst>
      </pc:sldChg>
      <pc:sldChg chg="del">
        <pc:chgData name="Nischal Dhungana" userId="20240069b967445c" providerId="LiveId" clId="{863F0472-6888-427A-9BE0-84B91E32F15A}" dt="2025-01-02T17:34:54.074" v="2603" actId="47"/>
        <pc:sldMkLst>
          <pc:docMk/>
          <pc:sldMk cId="0" sldId="270"/>
        </pc:sldMkLst>
      </pc:sldChg>
      <pc:sldChg chg="del">
        <pc:chgData name="Nischal Dhungana" userId="20240069b967445c" providerId="LiveId" clId="{863F0472-6888-427A-9BE0-84B91E32F15A}" dt="2025-01-02T17:34:54.579" v="2604" actId="47"/>
        <pc:sldMkLst>
          <pc:docMk/>
          <pc:sldMk cId="0" sldId="271"/>
        </pc:sldMkLst>
      </pc:sldChg>
      <pc:sldChg chg="del">
        <pc:chgData name="Nischal Dhungana" userId="20240069b967445c" providerId="LiveId" clId="{863F0472-6888-427A-9BE0-84B91E32F15A}" dt="2025-01-02T17:34:55.154" v="2605" actId="47"/>
        <pc:sldMkLst>
          <pc:docMk/>
          <pc:sldMk cId="0" sldId="272"/>
        </pc:sldMkLst>
      </pc:sldChg>
      <pc:sldChg chg="del">
        <pc:chgData name="Nischal Dhungana" userId="20240069b967445c" providerId="LiveId" clId="{863F0472-6888-427A-9BE0-84B91E32F15A}" dt="2025-01-02T17:34:55.475" v="2606" actId="47"/>
        <pc:sldMkLst>
          <pc:docMk/>
          <pc:sldMk cId="0" sldId="273"/>
        </pc:sldMkLst>
      </pc:sldChg>
      <pc:sldChg chg="del">
        <pc:chgData name="Nischal Dhungana" userId="20240069b967445c" providerId="LiveId" clId="{863F0472-6888-427A-9BE0-84B91E32F15A}" dt="2025-01-02T17:34:55.707" v="2607" actId="47"/>
        <pc:sldMkLst>
          <pc:docMk/>
          <pc:sldMk cId="0" sldId="274"/>
        </pc:sldMkLst>
      </pc:sldChg>
      <pc:sldChg chg="del">
        <pc:chgData name="Nischal Dhungana" userId="20240069b967445c" providerId="LiveId" clId="{863F0472-6888-427A-9BE0-84B91E32F15A}" dt="2025-01-02T17:34:56.203" v="2608" actId="47"/>
        <pc:sldMkLst>
          <pc:docMk/>
          <pc:sldMk cId="0" sldId="275"/>
        </pc:sldMkLst>
      </pc:sldChg>
      <pc:sldChg chg="del">
        <pc:chgData name="Nischal Dhungana" userId="20240069b967445c" providerId="LiveId" clId="{863F0472-6888-427A-9BE0-84B91E32F15A}" dt="2025-01-02T17:34:56.413" v="2609" actId="47"/>
        <pc:sldMkLst>
          <pc:docMk/>
          <pc:sldMk cId="0" sldId="276"/>
        </pc:sldMkLst>
      </pc:sldChg>
      <pc:sldChg chg="del">
        <pc:chgData name="Nischal Dhungana" userId="20240069b967445c" providerId="LiveId" clId="{863F0472-6888-427A-9BE0-84B91E32F15A}" dt="2025-01-02T17:34:56.613" v="2610" actId="47"/>
        <pc:sldMkLst>
          <pc:docMk/>
          <pc:sldMk cId="0" sldId="277"/>
        </pc:sldMkLst>
      </pc:sldChg>
      <pc:sldChg chg="del">
        <pc:chgData name="Nischal Dhungana" userId="20240069b967445c" providerId="LiveId" clId="{863F0472-6888-427A-9BE0-84B91E32F15A}" dt="2025-01-02T17:34:57.296" v="2611" actId="47"/>
        <pc:sldMkLst>
          <pc:docMk/>
          <pc:sldMk cId="0" sldId="278"/>
        </pc:sldMkLst>
      </pc:sldChg>
      <pc:sldChg chg="del">
        <pc:chgData name="Nischal Dhungana" userId="20240069b967445c" providerId="LiveId" clId="{863F0472-6888-427A-9BE0-84B91E32F15A}" dt="2025-01-02T17:34:58.064" v="2612" actId="47"/>
        <pc:sldMkLst>
          <pc:docMk/>
          <pc:sldMk cId="0" sldId="279"/>
        </pc:sldMkLst>
      </pc:sldChg>
      <pc:sldChg chg="del">
        <pc:chgData name="Nischal Dhungana" userId="20240069b967445c" providerId="LiveId" clId="{863F0472-6888-427A-9BE0-84B91E32F15A}" dt="2025-01-02T17:34:58.414" v="2613" actId="47"/>
        <pc:sldMkLst>
          <pc:docMk/>
          <pc:sldMk cId="0" sldId="280"/>
        </pc:sldMkLst>
      </pc:sldChg>
      <pc:sldChg chg="del">
        <pc:chgData name="Nischal Dhungana" userId="20240069b967445c" providerId="LiveId" clId="{863F0472-6888-427A-9BE0-84B91E32F15A}" dt="2025-01-02T17:34:58.710" v="2614" actId="47"/>
        <pc:sldMkLst>
          <pc:docMk/>
          <pc:sldMk cId="0" sldId="281"/>
        </pc:sldMkLst>
      </pc:sldChg>
      <pc:sldChg chg="del">
        <pc:chgData name="Nischal Dhungana" userId="20240069b967445c" providerId="LiveId" clId="{863F0472-6888-427A-9BE0-84B91E32F15A}" dt="2025-01-02T17:34:59.036" v="2615" actId="47"/>
        <pc:sldMkLst>
          <pc:docMk/>
          <pc:sldMk cId="0" sldId="282"/>
        </pc:sldMkLst>
      </pc:sldChg>
      <pc:sldChg chg="del">
        <pc:chgData name="Nischal Dhungana" userId="20240069b967445c" providerId="LiveId" clId="{863F0472-6888-427A-9BE0-84B91E32F15A}" dt="2025-01-02T17:34:59.291" v="2616" actId="47"/>
        <pc:sldMkLst>
          <pc:docMk/>
          <pc:sldMk cId="0" sldId="283"/>
        </pc:sldMkLst>
      </pc:sldChg>
      <pc:sldChg chg="del">
        <pc:chgData name="Nischal Dhungana" userId="20240069b967445c" providerId="LiveId" clId="{863F0472-6888-427A-9BE0-84B91E32F15A}" dt="2025-01-02T17:34:59.547" v="2617" actId="47"/>
        <pc:sldMkLst>
          <pc:docMk/>
          <pc:sldMk cId="0" sldId="284"/>
        </pc:sldMkLst>
      </pc:sldChg>
      <pc:sldChg chg="del">
        <pc:chgData name="Nischal Dhungana" userId="20240069b967445c" providerId="LiveId" clId="{863F0472-6888-427A-9BE0-84B91E32F15A}" dt="2025-01-02T17:34:59.779" v="2618" actId="47"/>
        <pc:sldMkLst>
          <pc:docMk/>
          <pc:sldMk cId="0" sldId="285"/>
        </pc:sldMkLst>
      </pc:sldChg>
      <pc:sldChg chg="del">
        <pc:chgData name="Nischal Dhungana" userId="20240069b967445c" providerId="LiveId" clId="{863F0472-6888-427A-9BE0-84B91E32F15A}" dt="2025-01-02T17:35:00.014" v="2619" actId="47"/>
        <pc:sldMkLst>
          <pc:docMk/>
          <pc:sldMk cId="0" sldId="286"/>
        </pc:sldMkLst>
      </pc:sldChg>
      <pc:sldChg chg="del">
        <pc:chgData name="Nischal Dhungana" userId="20240069b967445c" providerId="LiveId" clId="{863F0472-6888-427A-9BE0-84B91E32F15A}" dt="2025-01-02T17:35:00.226" v="2620" actId="47"/>
        <pc:sldMkLst>
          <pc:docMk/>
          <pc:sldMk cId="0" sldId="287"/>
        </pc:sldMkLst>
      </pc:sldChg>
      <pc:sldChg chg="del">
        <pc:chgData name="Nischal Dhungana" userId="20240069b967445c" providerId="LiveId" clId="{863F0472-6888-427A-9BE0-84B91E32F15A}" dt="2025-01-02T17:35:00.433" v="2621" actId="47"/>
        <pc:sldMkLst>
          <pc:docMk/>
          <pc:sldMk cId="0" sldId="288"/>
        </pc:sldMkLst>
      </pc:sldChg>
      <pc:sldChg chg="del">
        <pc:chgData name="Nischal Dhungana" userId="20240069b967445c" providerId="LiveId" clId="{863F0472-6888-427A-9BE0-84B91E32F15A}" dt="2025-01-02T17:35:00.638" v="2622" actId="47"/>
        <pc:sldMkLst>
          <pc:docMk/>
          <pc:sldMk cId="0" sldId="289"/>
        </pc:sldMkLst>
      </pc:sldChg>
      <pc:sldChg chg="del">
        <pc:chgData name="Nischal Dhungana" userId="20240069b967445c" providerId="LiveId" clId="{863F0472-6888-427A-9BE0-84B91E32F15A}" dt="2025-01-02T17:35:00.843" v="2623" actId="47"/>
        <pc:sldMkLst>
          <pc:docMk/>
          <pc:sldMk cId="0" sldId="290"/>
        </pc:sldMkLst>
      </pc:sldChg>
      <pc:sldChg chg="del">
        <pc:chgData name="Nischal Dhungana" userId="20240069b967445c" providerId="LiveId" clId="{863F0472-6888-427A-9BE0-84B91E32F15A}" dt="2025-01-02T17:35:01.043" v="2624" actId="47"/>
        <pc:sldMkLst>
          <pc:docMk/>
          <pc:sldMk cId="0" sldId="291"/>
        </pc:sldMkLst>
      </pc:sldChg>
      <pc:sldChg chg="del">
        <pc:chgData name="Nischal Dhungana" userId="20240069b967445c" providerId="LiveId" clId="{863F0472-6888-427A-9BE0-84B91E32F15A}" dt="2025-01-02T17:35:01.240" v="2625" actId="47"/>
        <pc:sldMkLst>
          <pc:docMk/>
          <pc:sldMk cId="0" sldId="292"/>
        </pc:sldMkLst>
      </pc:sldChg>
      <pc:sldChg chg="del">
        <pc:chgData name="Nischal Dhungana" userId="20240069b967445c" providerId="LiveId" clId="{863F0472-6888-427A-9BE0-84B91E32F15A}" dt="2025-01-02T17:35:01.448" v="2626" actId="47"/>
        <pc:sldMkLst>
          <pc:docMk/>
          <pc:sldMk cId="0" sldId="293"/>
        </pc:sldMkLst>
      </pc:sldChg>
      <pc:sldChg chg="del">
        <pc:chgData name="Nischal Dhungana" userId="20240069b967445c" providerId="LiveId" clId="{863F0472-6888-427A-9BE0-84B91E32F15A}" dt="2025-01-02T17:35:01.643" v="2627" actId="47"/>
        <pc:sldMkLst>
          <pc:docMk/>
          <pc:sldMk cId="0" sldId="294"/>
        </pc:sldMkLst>
      </pc:sldChg>
      <pc:sldChg chg="del">
        <pc:chgData name="Nischal Dhungana" userId="20240069b967445c" providerId="LiveId" clId="{863F0472-6888-427A-9BE0-84B91E32F15A}" dt="2025-01-02T17:35:01.802" v="2628" actId="47"/>
        <pc:sldMkLst>
          <pc:docMk/>
          <pc:sldMk cId="0" sldId="295"/>
        </pc:sldMkLst>
      </pc:sldChg>
      <pc:sldChg chg="del">
        <pc:chgData name="Nischal Dhungana" userId="20240069b967445c" providerId="LiveId" clId="{863F0472-6888-427A-9BE0-84B91E32F15A}" dt="2025-01-02T17:35:01.985" v="2629" actId="47"/>
        <pc:sldMkLst>
          <pc:docMk/>
          <pc:sldMk cId="0" sldId="296"/>
        </pc:sldMkLst>
      </pc:sldChg>
      <pc:sldChg chg="del">
        <pc:chgData name="Nischal Dhungana" userId="20240069b967445c" providerId="LiveId" clId="{863F0472-6888-427A-9BE0-84B91E32F15A}" dt="2025-01-02T17:35:02.194" v="2630" actId="47"/>
        <pc:sldMkLst>
          <pc:docMk/>
          <pc:sldMk cId="0" sldId="297"/>
        </pc:sldMkLst>
      </pc:sldChg>
      <pc:sldChg chg="del">
        <pc:chgData name="Nischal Dhungana" userId="20240069b967445c" providerId="LiveId" clId="{863F0472-6888-427A-9BE0-84B91E32F15A}" dt="2025-01-02T17:35:02.942" v="2631" actId="47"/>
        <pc:sldMkLst>
          <pc:docMk/>
          <pc:sldMk cId="0" sldId="298"/>
        </pc:sldMkLst>
      </pc:sldChg>
      <pc:sldChg chg="del">
        <pc:chgData name="Nischal Dhungana" userId="20240069b967445c" providerId="LiveId" clId="{863F0472-6888-427A-9BE0-84B91E32F15A}" dt="2025-01-02T17:35:03.431" v="2632" actId="47"/>
        <pc:sldMkLst>
          <pc:docMk/>
          <pc:sldMk cId="0" sldId="299"/>
        </pc:sldMkLst>
      </pc:sldChg>
      <pc:sldChg chg="del">
        <pc:chgData name="Nischal Dhungana" userId="20240069b967445c" providerId="LiveId" clId="{863F0472-6888-427A-9BE0-84B91E32F15A}" dt="2025-01-02T17:35:03.969" v="2633" actId="47"/>
        <pc:sldMkLst>
          <pc:docMk/>
          <pc:sldMk cId="0" sldId="300"/>
        </pc:sldMkLst>
      </pc:sldChg>
      <pc:sldChg chg="del">
        <pc:chgData name="Nischal Dhungana" userId="20240069b967445c" providerId="LiveId" clId="{863F0472-6888-427A-9BE0-84B91E32F15A}" dt="2025-01-02T17:35:04.547" v="2634" actId="47"/>
        <pc:sldMkLst>
          <pc:docMk/>
          <pc:sldMk cId="0" sldId="301"/>
        </pc:sldMkLst>
      </pc:sldChg>
      <pc:sldChg chg="del">
        <pc:chgData name="Nischal Dhungana" userId="20240069b967445c" providerId="LiveId" clId="{863F0472-6888-427A-9BE0-84B91E32F15A}" dt="2025-01-02T17:35:05.053" v="2635" actId="47"/>
        <pc:sldMkLst>
          <pc:docMk/>
          <pc:sldMk cId="0" sldId="302"/>
        </pc:sldMkLst>
      </pc:sldChg>
      <pc:sldChg chg="del">
        <pc:chgData name="Nischal Dhungana" userId="20240069b967445c" providerId="LiveId" clId="{863F0472-6888-427A-9BE0-84B91E32F15A}" dt="2025-01-02T17:35:05.308" v="2636" actId="47"/>
        <pc:sldMkLst>
          <pc:docMk/>
          <pc:sldMk cId="0" sldId="303"/>
        </pc:sldMkLst>
      </pc:sldChg>
      <pc:sldChg chg="del">
        <pc:chgData name="Nischal Dhungana" userId="20240069b967445c" providerId="LiveId" clId="{863F0472-6888-427A-9BE0-84B91E32F15A}" dt="2025-01-02T17:35:05.533" v="2637" actId="47"/>
        <pc:sldMkLst>
          <pc:docMk/>
          <pc:sldMk cId="0" sldId="304"/>
        </pc:sldMkLst>
      </pc:sldChg>
      <pc:sldChg chg="del">
        <pc:chgData name="Nischal Dhungana" userId="20240069b967445c" providerId="LiveId" clId="{863F0472-6888-427A-9BE0-84B91E32F15A}" dt="2025-01-02T17:35:05.785" v="2638" actId="47"/>
        <pc:sldMkLst>
          <pc:docMk/>
          <pc:sldMk cId="0" sldId="305"/>
        </pc:sldMkLst>
      </pc:sldChg>
      <pc:sldChg chg="del">
        <pc:chgData name="Nischal Dhungana" userId="20240069b967445c" providerId="LiveId" clId="{863F0472-6888-427A-9BE0-84B91E32F15A}" dt="2025-01-02T17:35:06.072" v="2639" actId="47"/>
        <pc:sldMkLst>
          <pc:docMk/>
          <pc:sldMk cId="0" sldId="306"/>
        </pc:sldMkLst>
      </pc:sldChg>
      <pc:sldChg chg="del">
        <pc:chgData name="Nischal Dhungana" userId="20240069b967445c" providerId="LiveId" clId="{863F0472-6888-427A-9BE0-84B91E32F15A}" dt="2025-01-02T17:35:06.313" v="2640" actId="47"/>
        <pc:sldMkLst>
          <pc:docMk/>
          <pc:sldMk cId="0" sldId="307"/>
        </pc:sldMkLst>
      </pc:sldChg>
      <pc:sldChg chg="del">
        <pc:chgData name="Nischal Dhungana" userId="20240069b967445c" providerId="LiveId" clId="{863F0472-6888-427A-9BE0-84B91E32F15A}" dt="2025-01-02T17:35:07.143" v="2641" actId="47"/>
        <pc:sldMkLst>
          <pc:docMk/>
          <pc:sldMk cId="0" sldId="308"/>
        </pc:sldMkLst>
      </pc:sldChg>
      <pc:sldChg chg="del">
        <pc:chgData name="Nischal Dhungana" userId="20240069b967445c" providerId="LiveId" clId="{863F0472-6888-427A-9BE0-84B91E32F15A}" dt="2025-01-02T17:35:07.340" v="2642" actId="47"/>
        <pc:sldMkLst>
          <pc:docMk/>
          <pc:sldMk cId="0" sldId="309"/>
        </pc:sldMkLst>
      </pc:sldChg>
      <pc:sldChg chg="del">
        <pc:chgData name="Nischal Dhungana" userId="20240069b967445c" providerId="LiveId" clId="{863F0472-6888-427A-9BE0-84B91E32F15A}" dt="2025-01-02T17:35:07.533" v="2643" actId="47"/>
        <pc:sldMkLst>
          <pc:docMk/>
          <pc:sldMk cId="0" sldId="310"/>
        </pc:sldMkLst>
      </pc:sldChg>
      <pc:sldChg chg="del">
        <pc:chgData name="Nischal Dhungana" userId="20240069b967445c" providerId="LiveId" clId="{863F0472-6888-427A-9BE0-84B91E32F15A}" dt="2025-01-02T17:35:07.712" v="2644" actId="47"/>
        <pc:sldMkLst>
          <pc:docMk/>
          <pc:sldMk cId="0" sldId="311"/>
        </pc:sldMkLst>
      </pc:sldChg>
      <pc:sldChg chg="del">
        <pc:chgData name="Nischal Dhungana" userId="20240069b967445c" providerId="LiveId" clId="{863F0472-6888-427A-9BE0-84B91E32F15A}" dt="2025-01-02T17:35:08.221" v="2645" actId="47"/>
        <pc:sldMkLst>
          <pc:docMk/>
          <pc:sldMk cId="0" sldId="312"/>
        </pc:sldMkLst>
      </pc:sldChg>
      <pc:sldChg chg="del">
        <pc:chgData name="Nischal Dhungana" userId="20240069b967445c" providerId="LiveId" clId="{863F0472-6888-427A-9BE0-84B91E32F15A}" dt="2025-01-02T17:35:08.245" v="2646" actId="47"/>
        <pc:sldMkLst>
          <pc:docMk/>
          <pc:sldMk cId="0" sldId="313"/>
        </pc:sldMkLst>
      </pc:sldChg>
      <pc:sldChg chg="del">
        <pc:chgData name="Nischal Dhungana" userId="20240069b967445c" providerId="LiveId" clId="{863F0472-6888-427A-9BE0-84B91E32F15A}" dt="2025-01-02T17:35:08.294" v="2647" actId="47"/>
        <pc:sldMkLst>
          <pc:docMk/>
          <pc:sldMk cId="0" sldId="314"/>
        </pc:sldMkLst>
      </pc:sldChg>
      <pc:sldChg chg="del">
        <pc:chgData name="Nischal Dhungana" userId="20240069b967445c" providerId="LiveId" clId="{863F0472-6888-427A-9BE0-84B91E32F15A}" dt="2025-01-02T17:35:08.334" v="2648" actId="47"/>
        <pc:sldMkLst>
          <pc:docMk/>
          <pc:sldMk cId="0" sldId="315"/>
        </pc:sldMkLst>
      </pc:sldChg>
      <pc:sldChg chg="del">
        <pc:chgData name="Nischal Dhungana" userId="20240069b967445c" providerId="LiveId" clId="{863F0472-6888-427A-9BE0-84B91E32F15A}" dt="2025-01-02T17:35:08.364" v="2649" actId="47"/>
        <pc:sldMkLst>
          <pc:docMk/>
          <pc:sldMk cId="0" sldId="316"/>
        </pc:sldMkLst>
      </pc:sldChg>
      <pc:sldChg chg="del">
        <pc:chgData name="Nischal Dhungana" userId="20240069b967445c" providerId="LiveId" clId="{863F0472-6888-427A-9BE0-84B91E32F15A}" dt="2025-01-02T17:35:08.387" v="2650" actId="47"/>
        <pc:sldMkLst>
          <pc:docMk/>
          <pc:sldMk cId="0" sldId="317"/>
        </pc:sldMkLst>
      </pc:sldChg>
      <pc:sldChg chg="del">
        <pc:chgData name="Nischal Dhungana" userId="20240069b967445c" providerId="LiveId" clId="{863F0472-6888-427A-9BE0-84B91E32F15A}" dt="2025-01-02T17:35:08.463" v="2651" actId="47"/>
        <pc:sldMkLst>
          <pc:docMk/>
          <pc:sldMk cId="0" sldId="318"/>
        </pc:sldMkLst>
      </pc:sldChg>
      <pc:sldChg chg="del">
        <pc:chgData name="Nischal Dhungana" userId="20240069b967445c" providerId="LiveId" clId="{863F0472-6888-427A-9BE0-84B91E32F15A}" dt="2025-01-02T17:35:08.490" v="2652" actId="47"/>
        <pc:sldMkLst>
          <pc:docMk/>
          <pc:sldMk cId="0" sldId="319"/>
        </pc:sldMkLst>
      </pc:sldChg>
      <pc:sldChg chg="del">
        <pc:chgData name="Nischal Dhungana" userId="20240069b967445c" providerId="LiveId" clId="{863F0472-6888-427A-9BE0-84B91E32F15A}" dt="2025-01-02T17:35:08.516" v="2653" actId="47"/>
        <pc:sldMkLst>
          <pc:docMk/>
          <pc:sldMk cId="0" sldId="320"/>
        </pc:sldMkLst>
      </pc:sldChg>
      <pc:sldChg chg="del">
        <pc:chgData name="Nischal Dhungana" userId="20240069b967445c" providerId="LiveId" clId="{863F0472-6888-427A-9BE0-84B91E32F15A}" dt="2025-01-02T17:35:08.568" v="2654" actId="47"/>
        <pc:sldMkLst>
          <pc:docMk/>
          <pc:sldMk cId="0" sldId="321"/>
        </pc:sldMkLst>
      </pc:sldChg>
      <pc:sldChg chg="del">
        <pc:chgData name="Nischal Dhungana" userId="20240069b967445c" providerId="LiveId" clId="{863F0472-6888-427A-9BE0-84B91E32F15A}" dt="2025-01-02T17:35:08.596" v="2655" actId="47"/>
        <pc:sldMkLst>
          <pc:docMk/>
          <pc:sldMk cId="0" sldId="322"/>
        </pc:sldMkLst>
      </pc:sldChg>
      <pc:sldChg chg="del">
        <pc:chgData name="Nischal Dhungana" userId="20240069b967445c" providerId="LiveId" clId="{863F0472-6888-427A-9BE0-84B91E32F15A}" dt="2025-01-02T17:35:08.622" v="2656" actId="47"/>
        <pc:sldMkLst>
          <pc:docMk/>
          <pc:sldMk cId="0" sldId="323"/>
        </pc:sldMkLst>
      </pc:sldChg>
      <pc:sldChg chg="del">
        <pc:chgData name="Nischal Dhungana" userId="20240069b967445c" providerId="LiveId" clId="{863F0472-6888-427A-9BE0-84B91E32F15A}" dt="2025-01-02T17:35:08.656" v="2657" actId="47"/>
        <pc:sldMkLst>
          <pc:docMk/>
          <pc:sldMk cId="0" sldId="324"/>
        </pc:sldMkLst>
      </pc:sldChg>
      <pc:sldChg chg="del">
        <pc:chgData name="Nischal Dhungana" userId="20240069b967445c" providerId="LiveId" clId="{863F0472-6888-427A-9BE0-84B91E32F15A}" dt="2025-01-02T17:35:08.685" v="2658" actId="47"/>
        <pc:sldMkLst>
          <pc:docMk/>
          <pc:sldMk cId="0" sldId="325"/>
        </pc:sldMkLst>
      </pc:sldChg>
      <pc:sldChg chg="del">
        <pc:chgData name="Nischal Dhungana" userId="20240069b967445c" providerId="LiveId" clId="{863F0472-6888-427A-9BE0-84B91E32F15A}" dt="2025-01-02T17:35:08.717" v="2659" actId="47"/>
        <pc:sldMkLst>
          <pc:docMk/>
          <pc:sldMk cId="0" sldId="326"/>
        </pc:sldMkLst>
      </pc:sldChg>
      <pc:sldChg chg="del">
        <pc:chgData name="Nischal Dhungana" userId="20240069b967445c" providerId="LiveId" clId="{863F0472-6888-427A-9BE0-84B91E32F15A}" dt="2025-01-02T17:35:09.233" v="2660" actId="47"/>
        <pc:sldMkLst>
          <pc:docMk/>
          <pc:sldMk cId="0" sldId="327"/>
        </pc:sldMkLst>
      </pc:sldChg>
      <pc:sldChg chg="del">
        <pc:chgData name="Nischal Dhungana" userId="20240069b967445c" providerId="LiveId" clId="{863F0472-6888-427A-9BE0-84B91E32F15A}" dt="2025-01-02T17:35:09.740" v="2661" actId="47"/>
        <pc:sldMkLst>
          <pc:docMk/>
          <pc:sldMk cId="0" sldId="328"/>
        </pc:sldMkLst>
      </pc:sldChg>
      <pc:sldChg chg="del">
        <pc:chgData name="Nischal Dhungana" userId="20240069b967445c" providerId="LiveId" clId="{863F0472-6888-427A-9BE0-84B91E32F15A}" dt="2025-01-02T17:35:09.781" v="2662" actId="47"/>
        <pc:sldMkLst>
          <pc:docMk/>
          <pc:sldMk cId="0" sldId="329"/>
        </pc:sldMkLst>
      </pc:sldChg>
      <pc:sldChg chg="del">
        <pc:chgData name="Nischal Dhungana" userId="20240069b967445c" providerId="LiveId" clId="{863F0472-6888-427A-9BE0-84B91E32F15A}" dt="2025-01-02T17:35:09.806" v="2663" actId="47"/>
        <pc:sldMkLst>
          <pc:docMk/>
          <pc:sldMk cId="0" sldId="330"/>
        </pc:sldMkLst>
      </pc:sldChg>
      <pc:sldChg chg="del">
        <pc:chgData name="Nischal Dhungana" userId="20240069b967445c" providerId="LiveId" clId="{863F0472-6888-427A-9BE0-84B91E32F15A}" dt="2025-01-02T17:35:09.835" v="2664" actId="47"/>
        <pc:sldMkLst>
          <pc:docMk/>
          <pc:sldMk cId="0" sldId="331"/>
        </pc:sldMkLst>
      </pc:sldChg>
      <pc:sldChg chg="del">
        <pc:chgData name="Nischal Dhungana" userId="20240069b967445c" providerId="LiveId" clId="{863F0472-6888-427A-9BE0-84B91E32F15A}" dt="2025-01-02T17:35:09.937" v="2665" actId="47"/>
        <pc:sldMkLst>
          <pc:docMk/>
          <pc:sldMk cId="0" sldId="332"/>
        </pc:sldMkLst>
      </pc:sldChg>
      <pc:sldChg chg="del">
        <pc:chgData name="Nischal Dhungana" userId="20240069b967445c" providerId="LiveId" clId="{863F0472-6888-427A-9BE0-84B91E32F15A}" dt="2025-01-02T17:35:10.077" v="2666" actId="47"/>
        <pc:sldMkLst>
          <pc:docMk/>
          <pc:sldMk cId="0" sldId="333"/>
        </pc:sldMkLst>
      </pc:sldChg>
      <pc:sldChg chg="del">
        <pc:chgData name="Nischal Dhungana" userId="20240069b967445c" providerId="LiveId" clId="{863F0472-6888-427A-9BE0-84B91E32F15A}" dt="2025-01-02T17:35:10.223" v="2667" actId="47"/>
        <pc:sldMkLst>
          <pc:docMk/>
          <pc:sldMk cId="0" sldId="334"/>
        </pc:sldMkLst>
      </pc:sldChg>
      <pc:sldChg chg="del">
        <pc:chgData name="Nischal Dhungana" userId="20240069b967445c" providerId="LiveId" clId="{863F0472-6888-427A-9BE0-84B91E32F15A}" dt="2025-01-02T17:35:10.273" v="2668" actId="47"/>
        <pc:sldMkLst>
          <pc:docMk/>
          <pc:sldMk cId="0" sldId="335"/>
        </pc:sldMkLst>
      </pc:sldChg>
      <pc:sldChg chg="del">
        <pc:chgData name="Nischal Dhungana" userId="20240069b967445c" providerId="LiveId" clId="{863F0472-6888-427A-9BE0-84B91E32F15A}" dt="2025-01-02T17:35:10.307" v="2669" actId="47"/>
        <pc:sldMkLst>
          <pc:docMk/>
          <pc:sldMk cId="0" sldId="336"/>
        </pc:sldMkLst>
      </pc:sldChg>
      <pc:sldChg chg="del">
        <pc:chgData name="Nischal Dhungana" userId="20240069b967445c" providerId="LiveId" clId="{863F0472-6888-427A-9BE0-84B91E32F15A}" dt="2025-01-02T17:35:10.346" v="2670" actId="47"/>
        <pc:sldMkLst>
          <pc:docMk/>
          <pc:sldMk cId="0" sldId="337"/>
        </pc:sldMkLst>
      </pc:sldChg>
      <pc:sldChg chg="del">
        <pc:chgData name="Nischal Dhungana" userId="20240069b967445c" providerId="LiveId" clId="{863F0472-6888-427A-9BE0-84B91E32F15A}" dt="2025-01-02T17:35:10.410" v="2671" actId="47"/>
        <pc:sldMkLst>
          <pc:docMk/>
          <pc:sldMk cId="0" sldId="338"/>
        </pc:sldMkLst>
      </pc:sldChg>
      <pc:sldChg chg="del">
        <pc:chgData name="Nischal Dhungana" userId="20240069b967445c" providerId="LiveId" clId="{863F0472-6888-427A-9BE0-84B91E32F15A}" dt="2025-01-02T17:35:10.586" v="2672" actId="47"/>
        <pc:sldMkLst>
          <pc:docMk/>
          <pc:sldMk cId="0" sldId="339"/>
        </pc:sldMkLst>
      </pc:sldChg>
      <pc:sldChg chg="del">
        <pc:chgData name="Nischal Dhungana" userId="20240069b967445c" providerId="LiveId" clId="{863F0472-6888-427A-9BE0-84B91E32F15A}" dt="2025-01-02T17:35:10.794" v="2673" actId="47"/>
        <pc:sldMkLst>
          <pc:docMk/>
          <pc:sldMk cId="0" sldId="340"/>
        </pc:sldMkLst>
      </pc:sldChg>
      <pc:sldChg chg="del">
        <pc:chgData name="Nischal Dhungana" userId="20240069b967445c" providerId="LiveId" clId="{863F0472-6888-427A-9BE0-84B91E32F15A}" dt="2025-01-02T17:35:11.019" v="2674" actId="47"/>
        <pc:sldMkLst>
          <pc:docMk/>
          <pc:sldMk cId="0" sldId="341"/>
        </pc:sldMkLst>
      </pc:sldChg>
      <pc:sldChg chg="del">
        <pc:chgData name="Nischal Dhungana" userId="20240069b967445c" providerId="LiveId" clId="{863F0472-6888-427A-9BE0-84B91E32F15A}" dt="2025-01-02T17:35:11.489" v="2675" actId="47"/>
        <pc:sldMkLst>
          <pc:docMk/>
          <pc:sldMk cId="0" sldId="342"/>
        </pc:sldMkLst>
      </pc:sldChg>
      <pc:sldChg chg="del">
        <pc:chgData name="Nischal Dhungana" userId="20240069b967445c" providerId="LiveId" clId="{863F0472-6888-427A-9BE0-84B91E32F15A}" dt="2025-01-02T17:35:11.696" v="2676" actId="47"/>
        <pc:sldMkLst>
          <pc:docMk/>
          <pc:sldMk cId="0" sldId="343"/>
        </pc:sldMkLst>
      </pc:sldChg>
      <pc:sldChg chg="del">
        <pc:chgData name="Nischal Dhungana" userId="20240069b967445c" providerId="LiveId" clId="{863F0472-6888-427A-9BE0-84B91E32F15A}" dt="2025-01-02T17:35:11.876" v="2677" actId="47"/>
        <pc:sldMkLst>
          <pc:docMk/>
          <pc:sldMk cId="0" sldId="344"/>
        </pc:sldMkLst>
      </pc:sldChg>
      <pc:sldChg chg="del">
        <pc:chgData name="Nischal Dhungana" userId="20240069b967445c" providerId="LiveId" clId="{863F0472-6888-427A-9BE0-84B91E32F15A}" dt="2025-01-02T17:35:12.044" v="2678" actId="47"/>
        <pc:sldMkLst>
          <pc:docMk/>
          <pc:sldMk cId="0" sldId="345"/>
        </pc:sldMkLst>
      </pc:sldChg>
      <pc:sldChg chg="add del">
        <pc:chgData name="Nischal Dhungana" userId="20240069b967445c" providerId="LiveId" clId="{863F0472-6888-427A-9BE0-84B91E32F15A}" dt="2025-01-02T17:35:15.815" v="2681" actId="47"/>
        <pc:sldMkLst>
          <pc:docMk/>
          <pc:sldMk cId="0" sldId="346"/>
        </pc:sldMkLst>
      </pc:sldChg>
      <pc:sldChg chg="addSp delSp modSp add mod modTransition delAnim">
        <pc:chgData name="Nischal Dhungana" userId="20240069b967445c" providerId="LiveId" clId="{863F0472-6888-427A-9BE0-84B91E32F15A}" dt="2025-01-02T17:36:08.951" v="2688"/>
        <pc:sldMkLst>
          <pc:docMk/>
          <pc:sldMk cId="1888310666" sldId="347"/>
        </pc:sldMkLst>
        <pc:spChg chg="add del mod">
          <ac:chgData name="Nischal Dhungana" userId="20240069b967445c" providerId="LiveId" clId="{863F0472-6888-427A-9BE0-84B91E32F15A}" dt="2025-01-02T16:31:19.200" v="236" actId="478"/>
          <ac:spMkLst>
            <pc:docMk/>
            <pc:sldMk cId="1888310666" sldId="347"/>
            <ac:spMk id="3" creationId="{697F8738-D4EF-95A6-24B8-B15F223A2B11}"/>
          </ac:spMkLst>
        </pc:spChg>
        <pc:spChg chg="add del mod">
          <ac:chgData name="Nischal Dhungana" userId="20240069b967445c" providerId="LiveId" clId="{863F0472-6888-427A-9BE0-84B91E32F15A}" dt="2025-01-02T16:32:33.080" v="271" actId="478"/>
          <ac:spMkLst>
            <pc:docMk/>
            <pc:sldMk cId="1888310666" sldId="347"/>
            <ac:spMk id="5" creationId="{1D0818BA-BF07-71E9-3C56-C0C9949A4511}"/>
          </ac:spMkLst>
        </pc:spChg>
        <pc:spChg chg="add del mod">
          <ac:chgData name="Nischal Dhungana" userId="20240069b967445c" providerId="LiveId" clId="{863F0472-6888-427A-9BE0-84B91E32F15A}" dt="2025-01-02T16:32:50.826" v="303" actId="478"/>
          <ac:spMkLst>
            <pc:docMk/>
            <pc:sldMk cId="1888310666" sldId="347"/>
            <ac:spMk id="7" creationId="{3F6AE34C-B665-980E-DE27-C402C046E453}"/>
          </ac:spMkLst>
        </pc:spChg>
        <pc:spChg chg="add del mod">
          <ac:chgData name="Nischal Dhungana" userId="20240069b967445c" providerId="LiveId" clId="{863F0472-6888-427A-9BE0-84B91E32F15A}" dt="2025-01-02T16:32:58.147" v="309" actId="478"/>
          <ac:spMkLst>
            <pc:docMk/>
            <pc:sldMk cId="1888310666" sldId="347"/>
            <ac:spMk id="9" creationId="{3927604F-B8FA-BA00-91C5-97AC73DA310B}"/>
          </ac:spMkLst>
        </pc:spChg>
        <pc:spChg chg="add del mod">
          <ac:chgData name="Nischal Dhungana" userId="20240069b967445c" providerId="LiveId" clId="{863F0472-6888-427A-9BE0-84B91E32F15A}" dt="2025-01-02T16:33:02.477" v="315" actId="478"/>
          <ac:spMkLst>
            <pc:docMk/>
            <pc:sldMk cId="1888310666" sldId="347"/>
            <ac:spMk id="11" creationId="{BCC3B272-6763-B863-FDA4-45858CEAF29A}"/>
          </ac:spMkLst>
        </pc:spChg>
        <pc:spChg chg="add del mod">
          <ac:chgData name="Nischal Dhungana" userId="20240069b967445c" providerId="LiveId" clId="{863F0472-6888-427A-9BE0-84B91E32F15A}" dt="2025-01-02T16:33:01.796" v="314" actId="478"/>
          <ac:spMkLst>
            <pc:docMk/>
            <pc:sldMk cId="1888310666" sldId="347"/>
            <ac:spMk id="13" creationId="{31E6FCF1-0D40-F043-06FF-1421DA493BC9}"/>
          </ac:spMkLst>
        </pc:spChg>
        <pc:spChg chg="add del mod">
          <ac:chgData name="Nischal Dhungana" userId="20240069b967445c" providerId="LiveId" clId="{863F0472-6888-427A-9BE0-84B91E32F15A}" dt="2025-01-02T16:33:04.968" v="318" actId="478"/>
          <ac:spMkLst>
            <pc:docMk/>
            <pc:sldMk cId="1888310666" sldId="347"/>
            <ac:spMk id="15" creationId="{55B67027-1A25-D65C-105E-DBCB96C7DE3D}"/>
          </ac:spMkLst>
        </pc:spChg>
        <pc:spChg chg="add del mod">
          <ac:chgData name="Nischal Dhungana" userId="20240069b967445c" providerId="LiveId" clId="{863F0472-6888-427A-9BE0-84B91E32F15A}" dt="2025-01-02T16:33:06.465" v="320" actId="478"/>
          <ac:spMkLst>
            <pc:docMk/>
            <pc:sldMk cId="1888310666" sldId="347"/>
            <ac:spMk id="17" creationId="{A654801D-B34B-6B27-0A2B-90F1E158FA26}"/>
          </ac:spMkLst>
        </pc:spChg>
        <pc:spChg chg="add del mod">
          <ac:chgData name="Nischal Dhungana" userId="20240069b967445c" providerId="LiveId" clId="{863F0472-6888-427A-9BE0-84B91E32F15A}" dt="2025-01-02T16:33:09.740" v="323" actId="478"/>
          <ac:spMkLst>
            <pc:docMk/>
            <pc:sldMk cId="1888310666" sldId="347"/>
            <ac:spMk id="19" creationId="{3DD1FADB-3A46-220C-178D-DAB36C6ED924}"/>
          </ac:spMkLst>
        </pc:spChg>
        <pc:spChg chg="add del mod">
          <ac:chgData name="Nischal Dhungana" userId="20240069b967445c" providerId="LiveId" clId="{863F0472-6888-427A-9BE0-84B91E32F15A}" dt="2025-01-02T16:33:12.667" v="327" actId="478"/>
          <ac:spMkLst>
            <pc:docMk/>
            <pc:sldMk cId="1888310666" sldId="347"/>
            <ac:spMk id="21" creationId="{5375339A-C7E1-F830-48CD-1696D7D58D9F}"/>
          </ac:spMkLst>
        </pc:spChg>
        <pc:spChg chg="mod">
          <ac:chgData name="Nischal Dhungana" userId="20240069b967445c" providerId="LiveId" clId="{863F0472-6888-427A-9BE0-84B91E32F15A}" dt="2025-01-02T16:31:26.151" v="244" actId="20577"/>
          <ac:spMkLst>
            <pc:docMk/>
            <pc:sldMk cId="1888310666" sldId="347"/>
            <ac:spMk id="511" creationId="{FEFD5CEB-7EE9-24D5-9A40-5DCEBB39C360}"/>
          </ac:spMkLst>
        </pc:spChg>
        <pc:spChg chg="del mod">
          <ac:chgData name="Nischal Dhungana" userId="20240069b967445c" providerId="LiveId" clId="{863F0472-6888-427A-9BE0-84B91E32F15A}" dt="2025-01-02T16:31:17.616" v="235" actId="478"/>
          <ac:spMkLst>
            <pc:docMk/>
            <pc:sldMk cId="1888310666" sldId="347"/>
            <ac:spMk id="512" creationId="{080B7415-4AC7-51B7-C8FB-27381E5BBB7F}"/>
          </ac:spMkLst>
        </pc:spChg>
        <pc:spChg chg="del">
          <ac:chgData name="Nischal Dhungana" userId="20240069b967445c" providerId="LiveId" clId="{863F0472-6888-427A-9BE0-84B91E32F15A}" dt="2025-01-02T16:32:49.926" v="302" actId="478"/>
          <ac:spMkLst>
            <pc:docMk/>
            <pc:sldMk cId="1888310666" sldId="347"/>
            <ac:spMk id="513" creationId="{2A413B08-2464-53F7-9B7B-E1D4C2500010}"/>
          </ac:spMkLst>
        </pc:spChg>
        <pc:spChg chg="mod">
          <ac:chgData name="Nischal Dhungana" userId="20240069b967445c" providerId="LiveId" clId="{863F0472-6888-427A-9BE0-84B91E32F15A}" dt="2025-01-02T16:31:30.183" v="246" actId="20577"/>
          <ac:spMkLst>
            <pc:docMk/>
            <pc:sldMk cId="1888310666" sldId="347"/>
            <ac:spMk id="514" creationId="{C6A8322D-036A-59B9-487D-A6162C216C91}"/>
          </ac:spMkLst>
        </pc:spChg>
        <pc:spChg chg="mod">
          <ac:chgData name="Nischal Dhungana" userId="20240069b967445c" providerId="LiveId" clId="{863F0472-6888-427A-9BE0-84B91E32F15A}" dt="2025-01-02T16:32:52.968" v="307" actId="20577"/>
          <ac:spMkLst>
            <pc:docMk/>
            <pc:sldMk cId="1888310666" sldId="347"/>
            <ac:spMk id="515" creationId="{0F08A6B7-DF5B-6350-3703-1917CF614F2C}"/>
          </ac:spMkLst>
        </pc:spChg>
        <pc:spChg chg="mod">
          <ac:chgData name="Nischal Dhungana" userId="20240069b967445c" providerId="LiveId" clId="{863F0472-6888-427A-9BE0-84B91E32F15A}" dt="2025-01-02T16:29:31.813" v="207" actId="20577"/>
          <ac:spMkLst>
            <pc:docMk/>
            <pc:sldMk cId="1888310666" sldId="347"/>
            <ac:spMk id="516" creationId="{EB2517E6-F806-05E8-B849-72B7E748D8F0}"/>
          </ac:spMkLst>
        </pc:spChg>
        <pc:spChg chg="mod">
          <ac:chgData name="Nischal Dhungana" userId="20240069b967445c" providerId="LiveId" clId="{863F0472-6888-427A-9BE0-84B91E32F15A}" dt="2025-01-02T16:32:27.483" v="268" actId="20577"/>
          <ac:spMkLst>
            <pc:docMk/>
            <pc:sldMk cId="1888310666" sldId="347"/>
            <ac:spMk id="517" creationId="{68C2FCA3-7BAA-E405-D4E7-A7326B8A56E4}"/>
          </ac:spMkLst>
        </pc:spChg>
        <pc:spChg chg="del mod">
          <ac:chgData name="Nischal Dhungana" userId="20240069b967445c" providerId="LiveId" clId="{863F0472-6888-427A-9BE0-84B91E32F15A}" dt="2025-01-02T16:32:31.570" v="270" actId="478"/>
          <ac:spMkLst>
            <pc:docMk/>
            <pc:sldMk cId="1888310666" sldId="347"/>
            <ac:spMk id="518" creationId="{85100BA2-4718-7748-41B2-97D749FCEBB1}"/>
          </ac:spMkLst>
        </pc:spChg>
        <pc:spChg chg="mod">
          <ac:chgData name="Nischal Dhungana" userId="20240069b967445c" providerId="LiveId" clId="{863F0472-6888-427A-9BE0-84B91E32F15A}" dt="2025-01-02T16:32:45.875" v="301" actId="20577"/>
          <ac:spMkLst>
            <pc:docMk/>
            <pc:sldMk cId="1888310666" sldId="347"/>
            <ac:spMk id="519" creationId="{A3E2AE9F-9955-C144-FFF4-DA7553065920}"/>
          </ac:spMkLst>
        </pc:spChg>
        <pc:spChg chg="mod">
          <ac:chgData name="Nischal Dhungana" userId="20240069b967445c" providerId="LiveId" clId="{863F0472-6888-427A-9BE0-84B91E32F15A}" dt="2025-01-02T16:32:15.477" v="248" actId="20577"/>
          <ac:spMkLst>
            <pc:docMk/>
            <pc:sldMk cId="1888310666" sldId="347"/>
            <ac:spMk id="520" creationId="{DAEEEF48-2307-29E3-48F4-B83E333BBE10}"/>
          </ac:spMkLst>
        </pc:spChg>
        <pc:spChg chg="del">
          <ac:chgData name="Nischal Dhungana" userId="20240069b967445c" providerId="LiveId" clId="{863F0472-6888-427A-9BE0-84B91E32F15A}" dt="2025-01-02T16:32:57.538" v="308" actId="478"/>
          <ac:spMkLst>
            <pc:docMk/>
            <pc:sldMk cId="1888310666" sldId="347"/>
            <ac:spMk id="522" creationId="{4843EFC4-1D2E-3D2A-F7EF-E5DA0E424458}"/>
          </ac:spMkLst>
        </pc:spChg>
        <pc:spChg chg="del mod">
          <ac:chgData name="Nischal Dhungana" userId="20240069b967445c" providerId="LiveId" clId="{863F0472-6888-427A-9BE0-84B91E32F15A}" dt="2025-01-02T16:32:59.764" v="311" actId="478"/>
          <ac:spMkLst>
            <pc:docMk/>
            <pc:sldMk cId="1888310666" sldId="347"/>
            <ac:spMk id="523" creationId="{58CCC444-AFDC-7D29-F1C6-F523428E7D8C}"/>
          </ac:spMkLst>
        </pc:spChg>
        <pc:spChg chg="del mod">
          <ac:chgData name="Nischal Dhungana" userId="20240069b967445c" providerId="LiveId" clId="{863F0472-6888-427A-9BE0-84B91E32F15A}" dt="2025-01-02T16:33:00.935" v="313" actId="478"/>
          <ac:spMkLst>
            <pc:docMk/>
            <pc:sldMk cId="1888310666" sldId="347"/>
            <ac:spMk id="524" creationId="{BEB93DD0-CA94-4124-3E13-1334DC3DB167}"/>
          </ac:spMkLst>
        </pc:spChg>
        <pc:spChg chg="del mod">
          <ac:chgData name="Nischal Dhungana" userId="20240069b967445c" providerId="LiveId" clId="{863F0472-6888-427A-9BE0-84B91E32F15A}" dt="2025-01-02T16:33:03.326" v="317" actId="478"/>
          <ac:spMkLst>
            <pc:docMk/>
            <pc:sldMk cId="1888310666" sldId="347"/>
            <ac:spMk id="525" creationId="{20060309-EB38-5E60-CD23-5ED0EB7CFEEA}"/>
          </ac:spMkLst>
        </pc:spChg>
        <pc:spChg chg="del mod">
          <ac:chgData name="Nischal Dhungana" userId="20240069b967445c" providerId="LiveId" clId="{863F0472-6888-427A-9BE0-84B91E32F15A}" dt="2025-01-02T16:33:08.104" v="322" actId="478"/>
          <ac:spMkLst>
            <pc:docMk/>
            <pc:sldMk cId="1888310666" sldId="347"/>
            <ac:spMk id="526" creationId="{F7FDA537-E147-04EA-55A3-8621F690FB3E}"/>
          </ac:spMkLst>
        </pc:spChg>
        <pc:spChg chg="del">
          <ac:chgData name="Nischal Dhungana" userId="20240069b967445c" providerId="LiveId" clId="{863F0472-6888-427A-9BE0-84B91E32F15A}" dt="2025-01-02T16:33:05.867" v="319" actId="478"/>
          <ac:spMkLst>
            <pc:docMk/>
            <pc:sldMk cId="1888310666" sldId="347"/>
            <ac:spMk id="527" creationId="{33D1BE7F-C8F1-9D89-EC61-53BDD82B5CE9}"/>
          </ac:spMkLst>
        </pc:spChg>
        <pc:spChg chg="del mod">
          <ac:chgData name="Nischal Dhungana" userId="20240069b967445c" providerId="LiveId" clId="{863F0472-6888-427A-9BE0-84B91E32F15A}" dt="2025-01-02T16:33:11.106" v="326" actId="478"/>
          <ac:spMkLst>
            <pc:docMk/>
            <pc:sldMk cId="1888310666" sldId="347"/>
            <ac:spMk id="528" creationId="{4645F227-F79E-A898-C70F-A8FEF17B9F62}"/>
          </ac:spMkLst>
        </pc:spChg>
      </pc:sldChg>
      <pc:sldChg chg="modSp add mod modTransition">
        <pc:chgData name="Nischal Dhungana" userId="20240069b967445c" providerId="LiveId" clId="{863F0472-6888-427A-9BE0-84B91E32F15A}" dt="2025-01-02T17:36:08.951" v="2688"/>
        <pc:sldMkLst>
          <pc:docMk/>
          <pc:sldMk cId="1281430326" sldId="348"/>
        </pc:sldMkLst>
        <pc:spChg chg="mod">
          <ac:chgData name="Nischal Dhungana" userId="20240069b967445c" providerId="LiveId" clId="{863F0472-6888-427A-9BE0-84B91E32F15A}" dt="2025-01-02T16:56:17.655" v="1608" actId="2710"/>
          <ac:spMkLst>
            <pc:docMk/>
            <pc:sldMk cId="1281430326" sldId="348"/>
            <ac:spMk id="553" creationId="{0D0E9FCB-2EC3-6A67-244E-3FE2976A23CC}"/>
          </ac:spMkLst>
        </pc:spChg>
      </pc:sldChg>
      <pc:sldChg chg="modSp add mod ord modTransition">
        <pc:chgData name="Nischal Dhungana" userId="20240069b967445c" providerId="LiveId" clId="{863F0472-6888-427A-9BE0-84B91E32F15A}" dt="2025-01-02T17:36:08.951" v="2688"/>
        <pc:sldMkLst>
          <pc:docMk/>
          <pc:sldMk cId="1569477362" sldId="349"/>
        </pc:sldMkLst>
        <pc:spChg chg="mod">
          <ac:chgData name="Nischal Dhungana" userId="20240069b967445c" providerId="LiveId" clId="{863F0472-6888-427A-9BE0-84B91E32F15A}" dt="2025-01-02T16:56:49.810" v="1621" actId="122"/>
          <ac:spMkLst>
            <pc:docMk/>
            <pc:sldMk cId="1569477362" sldId="349"/>
            <ac:spMk id="572" creationId="{8C8B393E-F6F9-7211-BE0C-5DB12D53D2BA}"/>
          </ac:spMkLst>
        </pc:spChg>
        <pc:spChg chg="mod">
          <ac:chgData name="Nischal Dhungana" userId="20240069b967445c" providerId="LiveId" clId="{863F0472-6888-427A-9BE0-84B91E32F15A}" dt="2025-01-02T16:56:45.058" v="1619" actId="1076"/>
          <ac:spMkLst>
            <pc:docMk/>
            <pc:sldMk cId="1569477362" sldId="349"/>
            <ac:spMk id="573" creationId="{C39E9D1B-7491-8235-B4C1-C51507201CC2}"/>
          </ac:spMkLst>
        </pc:spChg>
      </pc:sldChg>
      <pc:sldChg chg="modSp add ord modTransition">
        <pc:chgData name="Nischal Dhungana" userId="20240069b967445c" providerId="LiveId" clId="{863F0472-6888-427A-9BE0-84B91E32F15A}" dt="2025-01-02T17:36:08.951" v="2688"/>
        <pc:sldMkLst>
          <pc:docMk/>
          <pc:sldMk cId="3130413853" sldId="350"/>
        </pc:sldMkLst>
        <pc:spChg chg="mod">
          <ac:chgData name="Nischal Dhungana" userId="20240069b967445c" providerId="LiveId" clId="{863F0472-6888-427A-9BE0-84B91E32F15A}" dt="2025-01-02T16:56:04.331" v="1605" actId="2710"/>
          <ac:spMkLst>
            <pc:docMk/>
            <pc:sldMk cId="3130413853" sldId="350"/>
            <ac:spMk id="553" creationId="{2270EE08-0E43-F6A9-B6FB-00BA39F0958F}"/>
          </ac:spMkLst>
        </pc:spChg>
        <pc:spChg chg="mod">
          <ac:chgData name="Nischal Dhungana" userId="20240069b967445c" providerId="LiveId" clId="{863F0472-6888-427A-9BE0-84B91E32F15A}" dt="2025-01-02T16:55:08.461" v="1547" actId="20577"/>
          <ac:spMkLst>
            <pc:docMk/>
            <pc:sldMk cId="3130413853" sldId="350"/>
            <ac:spMk id="554" creationId="{2299DD95-F25D-5135-9F57-F1DE1A3E2243}"/>
          </ac:spMkLst>
        </pc:spChg>
      </pc:sldChg>
      <pc:sldChg chg="modSp add mod ord modTransition">
        <pc:chgData name="Nischal Dhungana" userId="20240069b967445c" providerId="LiveId" clId="{863F0472-6888-427A-9BE0-84B91E32F15A}" dt="2025-01-02T17:36:08.951" v="2688"/>
        <pc:sldMkLst>
          <pc:docMk/>
          <pc:sldMk cId="1932780267" sldId="351"/>
        </pc:sldMkLst>
        <pc:spChg chg="mod">
          <ac:chgData name="Nischal Dhungana" userId="20240069b967445c" providerId="LiveId" clId="{863F0472-6888-427A-9BE0-84B91E32F15A}" dt="2025-01-02T16:56:52.406" v="1622" actId="122"/>
          <ac:spMkLst>
            <pc:docMk/>
            <pc:sldMk cId="1932780267" sldId="351"/>
            <ac:spMk id="572" creationId="{DA48BBE9-8AED-74B5-78FA-A3CAF2BC2802}"/>
          </ac:spMkLst>
        </pc:spChg>
        <pc:spChg chg="mod">
          <ac:chgData name="Nischal Dhungana" userId="20240069b967445c" providerId="LiveId" clId="{863F0472-6888-427A-9BE0-84B91E32F15A}" dt="2025-01-02T16:56:35.666" v="1613" actId="20577"/>
          <ac:spMkLst>
            <pc:docMk/>
            <pc:sldMk cId="1932780267" sldId="351"/>
            <ac:spMk id="573" creationId="{4530BECE-EF8D-79DF-E61C-593DCF8D546E}"/>
          </ac:spMkLst>
        </pc:spChg>
      </pc:sldChg>
      <pc:sldChg chg="modSp add mod ord modTransition">
        <pc:chgData name="Nischal Dhungana" userId="20240069b967445c" providerId="LiveId" clId="{863F0472-6888-427A-9BE0-84B91E32F15A}" dt="2025-01-02T17:36:08.951" v="2688"/>
        <pc:sldMkLst>
          <pc:docMk/>
          <pc:sldMk cId="3397250682" sldId="352"/>
        </pc:sldMkLst>
        <pc:spChg chg="mod">
          <ac:chgData name="Nischal Dhungana" userId="20240069b967445c" providerId="LiveId" clId="{863F0472-6888-427A-9BE0-84B91E32F15A}" dt="2025-01-02T16:59:24.379" v="1666" actId="14100"/>
          <ac:spMkLst>
            <pc:docMk/>
            <pc:sldMk cId="3397250682" sldId="352"/>
            <ac:spMk id="553" creationId="{3B725485-2ECB-D1F1-AC77-AEC1F02C8389}"/>
          </ac:spMkLst>
        </pc:spChg>
        <pc:spChg chg="mod">
          <ac:chgData name="Nischal Dhungana" userId="20240069b967445c" providerId="LiveId" clId="{863F0472-6888-427A-9BE0-84B91E32F15A}" dt="2025-01-02T16:58:50.382" v="1660" actId="20577"/>
          <ac:spMkLst>
            <pc:docMk/>
            <pc:sldMk cId="3397250682" sldId="352"/>
            <ac:spMk id="554" creationId="{8381640B-ECD9-1F93-360A-F3784C09C67C}"/>
          </ac:spMkLst>
        </pc:spChg>
      </pc:sldChg>
      <pc:sldChg chg="modSp add modTransition">
        <pc:chgData name="Nischal Dhungana" userId="20240069b967445c" providerId="LiveId" clId="{863F0472-6888-427A-9BE0-84B91E32F15A}" dt="2025-01-02T17:36:08.951" v="2688"/>
        <pc:sldMkLst>
          <pc:docMk/>
          <pc:sldMk cId="1712481289" sldId="353"/>
        </pc:sldMkLst>
        <pc:spChg chg="mod">
          <ac:chgData name="Nischal Dhungana" userId="20240069b967445c" providerId="LiveId" clId="{863F0472-6888-427A-9BE0-84B91E32F15A}" dt="2025-01-02T16:59:58.865" v="1697" actId="2710"/>
          <ac:spMkLst>
            <pc:docMk/>
            <pc:sldMk cId="1712481289" sldId="353"/>
            <ac:spMk id="553" creationId="{66A916EF-225B-BD8F-E8B3-20DB03386FC3}"/>
          </ac:spMkLst>
        </pc:spChg>
        <pc:spChg chg="mod">
          <ac:chgData name="Nischal Dhungana" userId="20240069b967445c" providerId="LiveId" clId="{863F0472-6888-427A-9BE0-84B91E32F15A}" dt="2025-01-02T16:59:40.364" v="1692" actId="20577"/>
          <ac:spMkLst>
            <pc:docMk/>
            <pc:sldMk cId="1712481289" sldId="353"/>
            <ac:spMk id="554" creationId="{184AE2A4-B801-8D35-A8C8-6B143922C401}"/>
          </ac:spMkLst>
        </pc:spChg>
      </pc:sldChg>
      <pc:sldChg chg="modSp add mod ord modTransition">
        <pc:chgData name="Nischal Dhungana" userId="20240069b967445c" providerId="LiveId" clId="{863F0472-6888-427A-9BE0-84B91E32F15A}" dt="2025-01-02T17:36:08.951" v="2688"/>
        <pc:sldMkLst>
          <pc:docMk/>
          <pc:sldMk cId="229934383" sldId="354"/>
        </pc:sldMkLst>
        <pc:spChg chg="mod">
          <ac:chgData name="Nischal Dhungana" userId="20240069b967445c" providerId="LiveId" clId="{863F0472-6888-427A-9BE0-84B91E32F15A}" dt="2025-01-02T17:01:26.980" v="1713" actId="20577"/>
          <ac:spMkLst>
            <pc:docMk/>
            <pc:sldMk cId="229934383" sldId="354"/>
            <ac:spMk id="572" creationId="{EED692CF-E39B-D1B4-7455-19FEC8FC76AE}"/>
          </ac:spMkLst>
        </pc:spChg>
        <pc:spChg chg="mod">
          <ac:chgData name="Nischal Dhungana" userId="20240069b967445c" providerId="LiveId" clId="{863F0472-6888-427A-9BE0-84B91E32F15A}" dt="2025-01-02T17:01:23.356" v="1702" actId="20577"/>
          <ac:spMkLst>
            <pc:docMk/>
            <pc:sldMk cId="229934383" sldId="354"/>
            <ac:spMk id="573" creationId="{AD88863F-4013-36B5-8281-484E0C422D2F}"/>
          </ac:spMkLst>
        </pc:spChg>
      </pc:sldChg>
      <pc:sldChg chg="modSp add ord modTransition">
        <pc:chgData name="Nischal Dhungana" userId="20240069b967445c" providerId="LiveId" clId="{863F0472-6888-427A-9BE0-84B91E32F15A}" dt="2025-01-02T17:36:08.951" v="2688"/>
        <pc:sldMkLst>
          <pc:docMk/>
          <pc:sldMk cId="1908900107" sldId="355"/>
        </pc:sldMkLst>
        <pc:spChg chg="mod">
          <ac:chgData name="Nischal Dhungana" userId="20240069b967445c" providerId="LiveId" clId="{863F0472-6888-427A-9BE0-84B91E32F15A}" dt="2025-01-02T17:01:58.121" v="1734" actId="2710"/>
          <ac:spMkLst>
            <pc:docMk/>
            <pc:sldMk cId="1908900107" sldId="355"/>
            <ac:spMk id="553" creationId="{01058C65-1C28-982B-83D1-EEA3619A235E}"/>
          </ac:spMkLst>
        </pc:spChg>
        <pc:spChg chg="mod">
          <ac:chgData name="Nischal Dhungana" userId="20240069b967445c" providerId="LiveId" clId="{863F0472-6888-427A-9BE0-84B91E32F15A}" dt="2025-01-02T17:01:37.825" v="1727" actId="20577"/>
          <ac:spMkLst>
            <pc:docMk/>
            <pc:sldMk cId="1908900107" sldId="355"/>
            <ac:spMk id="554" creationId="{069B4F92-1A6D-3BCB-EBFF-12B307FF6105}"/>
          </ac:spMkLst>
        </pc:spChg>
      </pc:sldChg>
      <pc:sldChg chg="modSp add mod ord modTransition">
        <pc:chgData name="Nischal Dhungana" userId="20240069b967445c" providerId="LiveId" clId="{863F0472-6888-427A-9BE0-84B91E32F15A}" dt="2025-01-02T17:36:08.951" v="2688"/>
        <pc:sldMkLst>
          <pc:docMk/>
          <pc:sldMk cId="2306589965" sldId="356"/>
        </pc:sldMkLst>
        <pc:spChg chg="mod">
          <ac:chgData name="Nischal Dhungana" userId="20240069b967445c" providerId="LiveId" clId="{863F0472-6888-427A-9BE0-84B91E32F15A}" dt="2025-01-02T17:05:38.190" v="1781" actId="1076"/>
          <ac:spMkLst>
            <pc:docMk/>
            <pc:sldMk cId="2306589965" sldId="356"/>
            <ac:spMk id="572" creationId="{85244143-04BA-86CF-4FB2-F89CFC68B2F7}"/>
          </ac:spMkLst>
        </pc:spChg>
        <pc:spChg chg="mod">
          <ac:chgData name="Nischal Dhungana" userId="20240069b967445c" providerId="LiveId" clId="{863F0472-6888-427A-9BE0-84B91E32F15A}" dt="2025-01-02T17:05:40.883" v="1782" actId="1076"/>
          <ac:spMkLst>
            <pc:docMk/>
            <pc:sldMk cId="2306589965" sldId="356"/>
            <ac:spMk id="573" creationId="{7006B5E8-2F17-FCD4-1E7C-7CABAF51984F}"/>
          </ac:spMkLst>
        </pc:spChg>
      </pc:sldChg>
      <pc:sldChg chg="modSp add mod ord modTransition">
        <pc:chgData name="Nischal Dhungana" userId="20240069b967445c" providerId="LiveId" clId="{863F0472-6888-427A-9BE0-84B91E32F15A}" dt="2025-01-02T17:36:08.951" v="2688"/>
        <pc:sldMkLst>
          <pc:docMk/>
          <pc:sldMk cId="734938237" sldId="357"/>
        </pc:sldMkLst>
        <pc:spChg chg="mod">
          <ac:chgData name="Nischal Dhungana" userId="20240069b967445c" providerId="LiveId" clId="{863F0472-6888-427A-9BE0-84B91E32F15A}" dt="2025-01-02T17:14:20.925" v="2071" actId="14100"/>
          <ac:spMkLst>
            <pc:docMk/>
            <pc:sldMk cId="734938237" sldId="357"/>
            <ac:spMk id="553" creationId="{BBAFC8AC-96E8-1C0C-B498-DCFBE711EFE7}"/>
          </ac:spMkLst>
        </pc:spChg>
        <pc:spChg chg="mod">
          <ac:chgData name="Nischal Dhungana" userId="20240069b967445c" providerId="LiveId" clId="{863F0472-6888-427A-9BE0-84B91E32F15A}" dt="2025-01-02T17:06:07.332" v="1813" actId="20577"/>
          <ac:spMkLst>
            <pc:docMk/>
            <pc:sldMk cId="734938237" sldId="357"/>
            <ac:spMk id="554" creationId="{68A08430-1AF7-2FEE-476F-59D33D53EA87}"/>
          </ac:spMkLst>
        </pc:spChg>
      </pc:sldChg>
      <pc:sldChg chg="addSp delSp modSp add mod modTransition delAnim">
        <pc:chgData name="Nischal Dhungana" userId="20240069b967445c" providerId="LiveId" clId="{863F0472-6888-427A-9BE0-84B91E32F15A}" dt="2025-01-02T17:36:08.951" v="2688"/>
        <pc:sldMkLst>
          <pc:docMk/>
          <pc:sldMk cId="1265387116" sldId="358"/>
        </pc:sldMkLst>
        <pc:spChg chg="add del mod">
          <ac:chgData name="Nischal Dhungana" userId="20240069b967445c" providerId="LiveId" clId="{863F0472-6888-427A-9BE0-84B91E32F15A}" dt="2025-01-02T17:11:55.014" v="1983" actId="478"/>
          <ac:spMkLst>
            <pc:docMk/>
            <pc:sldMk cId="1265387116" sldId="358"/>
            <ac:spMk id="3" creationId="{C3F8D446-9B5B-D8D6-C538-394E7822ADED}"/>
          </ac:spMkLst>
        </pc:spChg>
        <pc:spChg chg="add mod">
          <ac:chgData name="Nischal Dhungana" userId="20240069b967445c" providerId="LiveId" clId="{863F0472-6888-427A-9BE0-84B91E32F15A}" dt="2025-01-02T17:12:41.215" v="2040" actId="1076"/>
          <ac:spMkLst>
            <pc:docMk/>
            <pc:sldMk cId="1265387116" sldId="358"/>
            <ac:spMk id="5" creationId="{D71C5976-8C9C-1FC3-E34C-10CC4003E790}"/>
          </ac:spMkLst>
        </pc:spChg>
        <pc:spChg chg="del mod">
          <ac:chgData name="Nischal Dhungana" userId="20240069b967445c" providerId="LiveId" clId="{863F0472-6888-427A-9BE0-84B91E32F15A}" dt="2025-01-02T17:11:36.467" v="1976" actId="478"/>
          <ac:spMkLst>
            <pc:docMk/>
            <pc:sldMk cId="1265387116" sldId="358"/>
            <ac:spMk id="553" creationId="{0B063379-BCB6-9EE8-88F2-DD1D291CAFA3}"/>
          </ac:spMkLst>
        </pc:spChg>
        <pc:spChg chg="mod">
          <ac:chgData name="Nischal Dhungana" userId="20240069b967445c" providerId="LiveId" clId="{863F0472-6888-427A-9BE0-84B91E32F15A}" dt="2025-01-02T17:11:58.435" v="1984" actId="1076"/>
          <ac:spMkLst>
            <pc:docMk/>
            <pc:sldMk cId="1265387116" sldId="358"/>
            <ac:spMk id="554" creationId="{88EE6B52-B7BE-2D09-145B-E25756935C32}"/>
          </ac:spMkLst>
        </pc:spChg>
        <pc:picChg chg="add mod">
          <ac:chgData name="Nischal Dhungana" userId="20240069b967445c" providerId="LiveId" clId="{863F0472-6888-427A-9BE0-84B91E32F15A}" dt="2025-01-02T17:12:01.453" v="1985" actId="1076"/>
          <ac:picMkLst>
            <pc:docMk/>
            <pc:sldMk cId="1265387116" sldId="358"/>
            <ac:picMk id="4" creationId="{427647D2-4628-B3A4-7A43-290493214B8D}"/>
          </ac:picMkLst>
        </pc:picChg>
      </pc:sldChg>
      <pc:sldChg chg="modSp add mod ord modTransition">
        <pc:chgData name="Nischal Dhungana" userId="20240069b967445c" providerId="LiveId" clId="{863F0472-6888-427A-9BE0-84B91E32F15A}" dt="2025-01-02T17:36:08.951" v="2688"/>
        <pc:sldMkLst>
          <pc:docMk/>
          <pc:sldMk cId="2248007365" sldId="359"/>
        </pc:sldMkLst>
        <pc:spChg chg="mod">
          <ac:chgData name="Nischal Dhungana" userId="20240069b967445c" providerId="LiveId" clId="{863F0472-6888-427A-9BE0-84B91E32F15A}" dt="2025-01-02T17:13:19.068" v="2047"/>
          <ac:spMkLst>
            <pc:docMk/>
            <pc:sldMk cId="2248007365" sldId="359"/>
            <ac:spMk id="572" creationId="{451BE027-E8E4-84BB-EE83-37AFD82DB147}"/>
          </ac:spMkLst>
        </pc:spChg>
        <pc:spChg chg="mod">
          <ac:chgData name="Nischal Dhungana" userId="20240069b967445c" providerId="LiveId" clId="{863F0472-6888-427A-9BE0-84B91E32F15A}" dt="2025-01-02T17:13:01.534" v="2046" actId="20577"/>
          <ac:spMkLst>
            <pc:docMk/>
            <pc:sldMk cId="2248007365" sldId="359"/>
            <ac:spMk id="573" creationId="{153CA898-C703-48EB-9C09-003F9D47C4C1}"/>
          </ac:spMkLst>
        </pc:spChg>
      </pc:sldChg>
      <pc:sldChg chg="modSp add ord modTransition">
        <pc:chgData name="Nischal Dhungana" userId="20240069b967445c" providerId="LiveId" clId="{863F0472-6888-427A-9BE0-84B91E32F15A}" dt="2025-01-02T17:36:08.951" v="2688"/>
        <pc:sldMkLst>
          <pc:docMk/>
          <pc:sldMk cId="1884075029" sldId="360"/>
        </pc:sldMkLst>
        <pc:spChg chg="mod">
          <ac:chgData name="Nischal Dhungana" userId="20240069b967445c" providerId="LiveId" clId="{863F0472-6888-427A-9BE0-84B91E32F15A}" dt="2025-01-02T17:14:11.302" v="2068" actId="2710"/>
          <ac:spMkLst>
            <pc:docMk/>
            <pc:sldMk cId="1884075029" sldId="360"/>
            <ac:spMk id="553" creationId="{FDBD9014-B533-1B48-3740-EE29A5175163}"/>
          </ac:spMkLst>
        </pc:spChg>
        <pc:spChg chg="mod">
          <ac:chgData name="Nischal Dhungana" userId="20240069b967445c" providerId="LiveId" clId="{863F0472-6888-427A-9BE0-84B91E32F15A}" dt="2025-01-02T17:13:26.715" v="2051"/>
          <ac:spMkLst>
            <pc:docMk/>
            <pc:sldMk cId="1884075029" sldId="360"/>
            <ac:spMk id="554" creationId="{6B2B5080-166F-C587-EC19-DC27586AEC76}"/>
          </ac:spMkLst>
        </pc:spChg>
      </pc:sldChg>
      <pc:sldChg chg="addSp delSp modSp add mod ord modTransition modClrScheme chgLayout">
        <pc:chgData name="Nischal Dhungana" userId="20240069b967445c" providerId="LiveId" clId="{863F0472-6888-427A-9BE0-84B91E32F15A}" dt="2025-01-02T17:36:08.951" v="2688"/>
        <pc:sldMkLst>
          <pc:docMk/>
          <pc:sldMk cId="2994247490" sldId="361"/>
        </pc:sldMkLst>
        <pc:spChg chg="mod ord">
          <ac:chgData name="Nischal Dhungana" userId="20240069b967445c" providerId="LiveId" clId="{863F0472-6888-427A-9BE0-84B91E32F15A}" dt="2025-01-02T17:16:19.076" v="2167" actId="1076"/>
          <ac:spMkLst>
            <pc:docMk/>
            <pc:sldMk cId="2994247490" sldId="361"/>
            <ac:spMk id="5" creationId="{CB570E9A-0136-0E35-C34C-A8461CA27789}"/>
          </ac:spMkLst>
        </pc:spChg>
        <pc:spChg chg="mod">
          <ac:chgData name="Nischal Dhungana" userId="20240069b967445c" providerId="LiveId" clId="{863F0472-6888-427A-9BE0-84B91E32F15A}" dt="2025-01-02T17:16:25.157" v="2168" actId="1076"/>
          <ac:spMkLst>
            <pc:docMk/>
            <pc:sldMk cId="2994247490" sldId="361"/>
            <ac:spMk id="554" creationId="{F8C5C9A6-E2FB-7D05-C621-DEAD97FD4454}"/>
          </ac:spMkLst>
        </pc:spChg>
        <pc:picChg chg="add mod">
          <ac:chgData name="Nischal Dhungana" userId="20240069b967445c" providerId="LiveId" clId="{863F0472-6888-427A-9BE0-84B91E32F15A}" dt="2025-01-02T17:16:31.243" v="2169" actId="1076"/>
          <ac:picMkLst>
            <pc:docMk/>
            <pc:sldMk cId="2994247490" sldId="361"/>
            <ac:picMk id="2" creationId="{8EC1FEBA-5B13-CBAD-9B41-716945011424}"/>
          </ac:picMkLst>
        </pc:picChg>
        <pc:picChg chg="del mod">
          <ac:chgData name="Nischal Dhungana" userId="20240069b967445c" providerId="LiveId" clId="{863F0472-6888-427A-9BE0-84B91E32F15A}" dt="2025-01-02T17:15:23.054" v="2095" actId="478"/>
          <ac:picMkLst>
            <pc:docMk/>
            <pc:sldMk cId="2994247490" sldId="361"/>
            <ac:picMk id="4" creationId="{E4C23B4B-8509-44E6-24B1-A802591C85D4}"/>
          </ac:picMkLst>
        </pc:picChg>
      </pc:sldChg>
      <pc:sldChg chg="modSp add ord modTransition">
        <pc:chgData name="Nischal Dhungana" userId="20240069b967445c" providerId="LiveId" clId="{863F0472-6888-427A-9BE0-84B91E32F15A}" dt="2025-01-02T17:36:08.951" v="2688"/>
        <pc:sldMkLst>
          <pc:docMk/>
          <pc:sldMk cId="2450735030" sldId="362"/>
        </pc:sldMkLst>
        <pc:spChg chg="mod">
          <ac:chgData name="Nischal Dhungana" userId="20240069b967445c" providerId="LiveId" clId="{863F0472-6888-427A-9BE0-84B91E32F15A}" dt="2025-01-02T17:17:54.234" v="2202" actId="123"/>
          <ac:spMkLst>
            <pc:docMk/>
            <pc:sldMk cId="2450735030" sldId="362"/>
            <ac:spMk id="553" creationId="{D0C3A166-71BE-2734-F486-C0D66910136D}"/>
          </ac:spMkLst>
        </pc:spChg>
        <pc:spChg chg="mod">
          <ac:chgData name="Nischal Dhungana" userId="20240069b967445c" providerId="LiveId" clId="{863F0472-6888-427A-9BE0-84B91E32F15A}" dt="2025-01-02T17:17:19.734" v="2190" actId="20577"/>
          <ac:spMkLst>
            <pc:docMk/>
            <pc:sldMk cId="2450735030" sldId="362"/>
            <ac:spMk id="554" creationId="{5A0BC3FF-BA66-F612-4E44-135FB9E541F9}"/>
          </ac:spMkLst>
        </pc:spChg>
      </pc:sldChg>
      <pc:sldChg chg="modSp add mod ord modTransition">
        <pc:chgData name="Nischal Dhungana" userId="20240069b967445c" providerId="LiveId" clId="{863F0472-6888-427A-9BE0-84B91E32F15A}" dt="2025-01-02T17:36:08.951" v="2688"/>
        <pc:sldMkLst>
          <pc:docMk/>
          <pc:sldMk cId="2017927623" sldId="363"/>
        </pc:sldMkLst>
        <pc:spChg chg="mod">
          <ac:chgData name="Nischal Dhungana" userId="20240069b967445c" providerId="LiveId" clId="{863F0472-6888-427A-9BE0-84B91E32F15A}" dt="2025-01-02T17:17:15.167" v="2186" actId="1076"/>
          <ac:spMkLst>
            <pc:docMk/>
            <pc:sldMk cId="2017927623" sldId="363"/>
            <ac:spMk id="572" creationId="{DA740B05-B1F0-2713-F731-E48DCC2ECA62}"/>
          </ac:spMkLst>
        </pc:spChg>
        <pc:spChg chg="mod">
          <ac:chgData name="Nischal Dhungana" userId="20240069b967445c" providerId="LiveId" clId="{863F0472-6888-427A-9BE0-84B91E32F15A}" dt="2025-01-02T17:17:06.301" v="2179" actId="20577"/>
          <ac:spMkLst>
            <pc:docMk/>
            <pc:sldMk cId="2017927623" sldId="363"/>
            <ac:spMk id="573" creationId="{6AAC28F3-E3C2-5D8F-4215-DF104464FB8B}"/>
          </ac:spMkLst>
        </pc:spChg>
      </pc:sldChg>
      <pc:sldChg chg="modSp add mod ord modTransition">
        <pc:chgData name="Nischal Dhungana" userId="20240069b967445c" providerId="LiveId" clId="{863F0472-6888-427A-9BE0-84B91E32F15A}" dt="2025-01-02T17:36:08.951" v="2688"/>
        <pc:sldMkLst>
          <pc:docMk/>
          <pc:sldMk cId="2887963831" sldId="364"/>
        </pc:sldMkLst>
        <pc:spChg chg="mod">
          <ac:chgData name="Nischal Dhungana" userId="20240069b967445c" providerId="LiveId" clId="{863F0472-6888-427A-9BE0-84B91E32F15A}" dt="2025-01-02T17:21:18.122" v="2227" actId="1076"/>
          <ac:spMkLst>
            <pc:docMk/>
            <pc:sldMk cId="2887963831" sldId="364"/>
            <ac:spMk id="572" creationId="{CCE8E703-D684-041F-248D-E54B1CEC3DAA}"/>
          </ac:spMkLst>
        </pc:spChg>
        <pc:spChg chg="mod">
          <ac:chgData name="Nischal Dhungana" userId="20240069b967445c" providerId="LiveId" clId="{863F0472-6888-427A-9BE0-84B91E32F15A}" dt="2025-01-02T17:21:14.697" v="2226" actId="1076"/>
          <ac:spMkLst>
            <pc:docMk/>
            <pc:sldMk cId="2887963831" sldId="364"/>
            <ac:spMk id="573" creationId="{FEA1B53D-FE8C-4D51-B52A-CC63C01F898C}"/>
          </ac:spMkLst>
        </pc:spChg>
      </pc:sldChg>
      <pc:sldChg chg="modSp add ord modTransition modAnim">
        <pc:chgData name="Nischal Dhungana" userId="20240069b967445c" providerId="LiveId" clId="{863F0472-6888-427A-9BE0-84B91E32F15A}" dt="2025-01-02T17:36:08.951" v="2688"/>
        <pc:sldMkLst>
          <pc:docMk/>
          <pc:sldMk cId="856920045" sldId="365"/>
        </pc:sldMkLst>
        <pc:spChg chg="mod">
          <ac:chgData name="Nischal Dhungana" userId="20240069b967445c" providerId="LiveId" clId="{863F0472-6888-427A-9BE0-84B91E32F15A}" dt="2025-01-02T17:21:08.731" v="2225" actId="113"/>
          <ac:spMkLst>
            <pc:docMk/>
            <pc:sldMk cId="856920045" sldId="365"/>
            <ac:spMk id="553" creationId="{9C3F078E-6C03-5504-44F9-9B6323D3E1B5}"/>
          </ac:spMkLst>
        </pc:spChg>
      </pc:sldChg>
      <pc:sldChg chg="modSp add mod ord modTransition">
        <pc:chgData name="Nischal Dhungana" userId="20240069b967445c" providerId="LiveId" clId="{863F0472-6888-427A-9BE0-84B91E32F15A}" dt="2025-01-02T17:36:08.951" v="2688"/>
        <pc:sldMkLst>
          <pc:docMk/>
          <pc:sldMk cId="2945201412" sldId="366"/>
        </pc:sldMkLst>
        <pc:spChg chg="mod">
          <ac:chgData name="Nischal Dhungana" userId="20240069b967445c" providerId="LiveId" clId="{863F0472-6888-427A-9BE0-84B91E32F15A}" dt="2025-01-02T17:32:39.351" v="2530"/>
          <ac:spMkLst>
            <pc:docMk/>
            <pc:sldMk cId="2945201412" sldId="366"/>
            <ac:spMk id="572" creationId="{F0A0E0A7-49DB-6511-6780-D528C003A74C}"/>
          </ac:spMkLst>
        </pc:spChg>
        <pc:spChg chg="mod">
          <ac:chgData name="Nischal Dhungana" userId="20240069b967445c" providerId="LiveId" clId="{863F0472-6888-427A-9BE0-84B91E32F15A}" dt="2025-01-02T17:32:26.761" v="2529" actId="20577"/>
          <ac:spMkLst>
            <pc:docMk/>
            <pc:sldMk cId="2945201412" sldId="366"/>
            <ac:spMk id="573" creationId="{C5014AE0-2C00-3C09-4B08-644BA6CCE925}"/>
          </ac:spMkLst>
        </pc:spChg>
      </pc:sldChg>
      <pc:sldChg chg="modSp add ord modTransition">
        <pc:chgData name="Nischal Dhungana" userId="20240069b967445c" providerId="LiveId" clId="{863F0472-6888-427A-9BE0-84B91E32F15A}" dt="2025-01-02T17:36:08.951" v="2688"/>
        <pc:sldMkLst>
          <pc:docMk/>
          <pc:sldMk cId="3463560439" sldId="367"/>
        </pc:sldMkLst>
        <pc:spChg chg="mod">
          <ac:chgData name="Nischal Dhungana" userId="20240069b967445c" providerId="LiveId" clId="{863F0472-6888-427A-9BE0-84B91E32F15A}" dt="2025-01-02T17:33:04.613" v="2556"/>
          <ac:spMkLst>
            <pc:docMk/>
            <pc:sldMk cId="3463560439" sldId="367"/>
            <ac:spMk id="553" creationId="{9D0BE1CA-223F-899B-942D-F6ACF3A7BBF6}"/>
          </ac:spMkLst>
        </pc:spChg>
        <pc:spChg chg="mod">
          <ac:chgData name="Nischal Dhungana" userId="20240069b967445c" providerId="LiveId" clId="{863F0472-6888-427A-9BE0-84B91E32F15A}" dt="2025-01-02T17:32:55.937" v="2553" actId="20577"/>
          <ac:spMkLst>
            <pc:docMk/>
            <pc:sldMk cId="3463560439" sldId="367"/>
            <ac:spMk id="554" creationId="{F4319684-7BB1-2583-5301-3FC5DC69502F}"/>
          </ac:spMkLst>
        </pc:spChg>
      </pc:sldChg>
      <pc:sldChg chg="modSp add mod ord modTransition">
        <pc:chgData name="Nischal Dhungana" userId="20240069b967445c" providerId="LiveId" clId="{863F0472-6888-427A-9BE0-84B91E32F15A}" dt="2025-01-02T17:36:08.951" v="2688"/>
        <pc:sldMkLst>
          <pc:docMk/>
          <pc:sldMk cId="2713526395" sldId="368"/>
        </pc:sldMkLst>
        <pc:spChg chg="mod">
          <ac:chgData name="Nischal Dhungana" userId="20240069b967445c" providerId="LiveId" clId="{863F0472-6888-427A-9BE0-84B91E32F15A}" dt="2025-01-02T17:34:21.056" v="2571" actId="20577"/>
          <ac:spMkLst>
            <pc:docMk/>
            <pc:sldMk cId="2713526395" sldId="368"/>
            <ac:spMk id="572" creationId="{2B5B08D4-9A6E-E684-2683-9313F708AB3D}"/>
          </ac:spMkLst>
        </pc:spChg>
        <pc:spChg chg="mod">
          <ac:chgData name="Nischal Dhungana" userId="20240069b967445c" providerId="LiveId" clId="{863F0472-6888-427A-9BE0-84B91E32F15A}" dt="2025-01-02T17:34:17.607" v="2561" actId="20577"/>
          <ac:spMkLst>
            <pc:docMk/>
            <pc:sldMk cId="2713526395" sldId="368"/>
            <ac:spMk id="573" creationId="{5D39EB49-6FFB-731B-394F-31ACEA319DAE}"/>
          </ac:spMkLst>
        </pc:spChg>
      </pc:sldChg>
      <pc:sldChg chg="modSp add mod modTransition">
        <pc:chgData name="Nischal Dhungana" userId="20240069b967445c" providerId="LiveId" clId="{863F0472-6888-427A-9BE0-84B91E32F15A}" dt="2025-01-02T17:36:08.951" v="2688"/>
        <pc:sldMkLst>
          <pc:docMk/>
          <pc:sldMk cId="1884093885" sldId="369"/>
        </pc:sldMkLst>
        <pc:spChg chg="mod">
          <ac:chgData name="Nischal Dhungana" userId="20240069b967445c" providerId="LiveId" clId="{863F0472-6888-427A-9BE0-84B91E32F15A}" dt="2025-01-02T17:34:46.175" v="2596" actId="1076"/>
          <ac:spMkLst>
            <pc:docMk/>
            <pc:sldMk cId="1884093885" sldId="369"/>
            <ac:spMk id="553" creationId="{896B8B49-7D82-32AB-03F4-FC5F70FF0FE1}"/>
          </ac:spMkLst>
        </pc:spChg>
        <pc:spChg chg="mod">
          <ac:chgData name="Nischal Dhungana" userId="20240069b967445c" providerId="LiveId" clId="{863F0472-6888-427A-9BE0-84B91E32F15A}" dt="2025-01-02T17:34:36.646" v="2594" actId="20577"/>
          <ac:spMkLst>
            <pc:docMk/>
            <pc:sldMk cId="1884093885" sldId="369"/>
            <ac:spMk id="554" creationId="{1F751B23-E398-771D-3E1A-7E00061A6C4D}"/>
          </ac:spMkLst>
        </pc:spChg>
      </pc:sldChg>
      <pc:sldMasterChg chg="delSldLayout">
        <pc:chgData name="Nischal Dhungana" userId="20240069b967445c" providerId="LiveId" clId="{863F0472-6888-427A-9BE0-84B91E32F15A}" dt="2025-01-02T17:35:09.740" v="2661" actId="47"/>
        <pc:sldMasterMkLst>
          <pc:docMk/>
          <pc:sldMasterMk cId="0" sldId="2147483703"/>
        </pc:sldMasterMkLst>
        <pc:sldLayoutChg chg="del">
          <pc:chgData name="Nischal Dhungana" userId="20240069b967445c" providerId="LiveId" clId="{863F0472-6888-427A-9BE0-84B91E32F15A}" dt="2025-01-02T16:34:24.792" v="351" actId="47"/>
          <pc:sldLayoutMkLst>
            <pc:docMk/>
            <pc:sldMasterMk cId="0" sldId="2147483703"/>
            <pc:sldLayoutMk cId="0" sldId="2147483650"/>
          </pc:sldLayoutMkLst>
        </pc:sldLayoutChg>
        <pc:sldLayoutChg chg="del">
          <pc:chgData name="Nischal Dhungana" userId="20240069b967445c" providerId="LiveId" clId="{863F0472-6888-427A-9BE0-84B91E32F15A}" dt="2025-01-02T17:34:54.074" v="2603" actId="47"/>
          <pc:sldLayoutMkLst>
            <pc:docMk/>
            <pc:sldMasterMk cId="0" sldId="2147483703"/>
            <pc:sldLayoutMk cId="0" sldId="2147483651"/>
          </pc:sldLayoutMkLst>
        </pc:sldLayoutChg>
        <pc:sldLayoutChg chg="del">
          <pc:chgData name="Nischal Dhungana" userId="20240069b967445c" providerId="LiveId" clId="{863F0472-6888-427A-9BE0-84B91E32F15A}" dt="2025-01-02T17:35:08.596" v="2655" actId="47"/>
          <pc:sldLayoutMkLst>
            <pc:docMk/>
            <pc:sldMasterMk cId="0" sldId="2147483703"/>
            <pc:sldLayoutMk cId="0" sldId="2147483652"/>
          </pc:sldLayoutMkLst>
        </pc:sldLayoutChg>
        <pc:sldLayoutChg chg="del">
          <pc:chgData name="Nischal Dhungana" userId="20240069b967445c" providerId="LiveId" clId="{863F0472-6888-427A-9BE0-84B91E32F15A}" dt="2025-01-02T17:35:09.740" v="2661" actId="47"/>
          <pc:sldLayoutMkLst>
            <pc:docMk/>
            <pc:sldMasterMk cId="0" sldId="2147483703"/>
            <pc:sldLayoutMk cId="0" sldId="2147483653"/>
          </pc:sldLayoutMkLst>
        </pc:sldLayoutChg>
        <pc:sldLayoutChg chg="del">
          <pc:chgData name="Nischal Dhungana" userId="20240069b967445c" providerId="LiveId" clId="{863F0472-6888-427A-9BE0-84B91E32F15A}" dt="2025-01-02T17:35:01.985" v="2629" actId="47"/>
          <pc:sldLayoutMkLst>
            <pc:docMk/>
            <pc:sldMasterMk cId="0" sldId="2147483703"/>
            <pc:sldLayoutMk cId="0" sldId="2147483654"/>
          </pc:sldLayoutMkLst>
        </pc:sldLayoutChg>
        <pc:sldLayoutChg chg="del">
          <pc:chgData name="Nischal Dhungana" userId="20240069b967445c" providerId="LiveId" clId="{863F0472-6888-427A-9BE0-84B91E32F15A}" dt="2025-01-02T17:34:48.806" v="2597" actId="47"/>
          <pc:sldLayoutMkLst>
            <pc:docMk/>
            <pc:sldMasterMk cId="0" sldId="2147483703"/>
            <pc:sldLayoutMk cId="0" sldId="2147483655"/>
          </pc:sldLayoutMkLst>
        </pc:sldLayoutChg>
        <pc:sldLayoutChg chg="del">
          <pc:chgData name="Nischal Dhungana" userId="20240069b967445c" providerId="LiveId" clId="{863F0472-6888-427A-9BE0-84B91E32F15A}" dt="2025-01-02T17:34:55.154" v="2605" actId="47"/>
          <pc:sldLayoutMkLst>
            <pc:docMk/>
            <pc:sldMasterMk cId="0" sldId="2147483703"/>
            <pc:sldLayoutMk cId="0" sldId="2147483656"/>
          </pc:sldLayoutMkLst>
        </pc:sldLayoutChg>
        <pc:sldLayoutChg chg="del">
          <pc:chgData name="Nischal Dhungana" userId="20240069b967445c" providerId="LiveId" clId="{863F0472-6888-427A-9BE0-84B91E32F15A}" dt="2025-01-02T17:34:55.707" v="2607" actId="47"/>
          <pc:sldLayoutMkLst>
            <pc:docMk/>
            <pc:sldMasterMk cId="0" sldId="2147483703"/>
            <pc:sldLayoutMk cId="0" sldId="2147483657"/>
          </pc:sldLayoutMkLst>
        </pc:sldLayoutChg>
        <pc:sldLayoutChg chg="del">
          <pc:chgData name="Nischal Dhungana" userId="20240069b967445c" providerId="LiveId" clId="{863F0472-6888-427A-9BE0-84B91E32F15A}" dt="2025-01-02T16:23:14.813" v="95" actId="47"/>
          <pc:sldLayoutMkLst>
            <pc:docMk/>
            <pc:sldMasterMk cId="0" sldId="2147483703"/>
            <pc:sldLayoutMk cId="0" sldId="2147483659"/>
          </pc:sldLayoutMkLst>
        </pc:sldLayoutChg>
        <pc:sldLayoutChg chg="del">
          <pc:chgData name="Nischal Dhungana" userId="20240069b967445c" providerId="LiveId" clId="{863F0472-6888-427A-9BE0-84B91E32F15A}" dt="2025-01-02T17:10:37.529" v="1932" actId="47"/>
          <pc:sldLayoutMkLst>
            <pc:docMk/>
            <pc:sldMasterMk cId="0" sldId="2147483703"/>
            <pc:sldLayoutMk cId="0" sldId="2147483661"/>
          </pc:sldLayoutMkLst>
        </pc:sldLayoutChg>
        <pc:sldLayoutChg chg="del">
          <pc:chgData name="Nischal Dhungana" userId="20240069b967445c" providerId="LiveId" clId="{863F0472-6888-427A-9BE0-84B91E32F15A}" dt="2025-01-02T17:34:50.401" v="2598" actId="47"/>
          <pc:sldLayoutMkLst>
            <pc:docMk/>
            <pc:sldMasterMk cId="0" sldId="2147483703"/>
            <pc:sldLayoutMk cId="0" sldId="2147483664"/>
          </pc:sldLayoutMkLst>
        </pc:sldLayoutChg>
        <pc:sldLayoutChg chg="del">
          <pc:chgData name="Nischal Dhungana" userId="20240069b967445c" providerId="LiveId" clId="{863F0472-6888-427A-9BE0-84B91E32F15A}" dt="2025-01-02T17:34:51.314" v="2599" actId="47"/>
          <pc:sldLayoutMkLst>
            <pc:docMk/>
            <pc:sldMasterMk cId="0" sldId="2147483703"/>
            <pc:sldLayoutMk cId="0" sldId="2147483665"/>
          </pc:sldLayoutMkLst>
        </pc:sldLayoutChg>
        <pc:sldLayoutChg chg="del">
          <pc:chgData name="Nischal Dhungana" userId="20240069b967445c" providerId="LiveId" clId="{863F0472-6888-427A-9BE0-84B91E32F15A}" dt="2025-01-02T17:34:52.234" v="2600" actId="47"/>
          <pc:sldLayoutMkLst>
            <pc:docMk/>
            <pc:sldMasterMk cId="0" sldId="2147483703"/>
            <pc:sldLayoutMk cId="0" sldId="2147483666"/>
          </pc:sldLayoutMkLst>
        </pc:sldLayoutChg>
        <pc:sldLayoutChg chg="del">
          <pc:chgData name="Nischal Dhungana" userId="20240069b967445c" providerId="LiveId" clId="{863F0472-6888-427A-9BE0-84B91E32F15A}" dt="2025-01-02T17:35:07.143" v="2641" actId="47"/>
          <pc:sldLayoutMkLst>
            <pc:docMk/>
            <pc:sldMasterMk cId="0" sldId="2147483703"/>
            <pc:sldLayoutMk cId="0" sldId="2147483667"/>
          </pc:sldLayoutMkLst>
        </pc:sldLayoutChg>
        <pc:sldLayoutChg chg="del">
          <pc:chgData name="Nischal Dhungana" userId="20240069b967445c" providerId="LiveId" clId="{863F0472-6888-427A-9BE0-84B91E32F15A}" dt="2025-01-02T17:35:07.340" v="2642" actId="47"/>
          <pc:sldLayoutMkLst>
            <pc:docMk/>
            <pc:sldMasterMk cId="0" sldId="2147483703"/>
            <pc:sldLayoutMk cId="0" sldId="2147483668"/>
          </pc:sldLayoutMkLst>
        </pc:sldLayoutChg>
        <pc:sldLayoutChg chg="del">
          <pc:chgData name="Nischal Dhungana" userId="20240069b967445c" providerId="LiveId" clId="{863F0472-6888-427A-9BE0-84B91E32F15A}" dt="2025-01-02T17:34:54.579" v="2604" actId="47"/>
          <pc:sldLayoutMkLst>
            <pc:docMk/>
            <pc:sldMasterMk cId="0" sldId="2147483703"/>
            <pc:sldLayoutMk cId="0" sldId="2147483669"/>
          </pc:sldLayoutMkLst>
        </pc:sldLayoutChg>
        <pc:sldLayoutChg chg="del">
          <pc:chgData name="Nischal Dhungana" userId="20240069b967445c" providerId="LiveId" clId="{863F0472-6888-427A-9BE0-84B91E32F15A}" dt="2025-01-02T17:34:55.475" v="2606" actId="47"/>
          <pc:sldLayoutMkLst>
            <pc:docMk/>
            <pc:sldMasterMk cId="0" sldId="2147483703"/>
            <pc:sldLayoutMk cId="0" sldId="2147483670"/>
          </pc:sldLayoutMkLst>
        </pc:sldLayoutChg>
        <pc:sldLayoutChg chg="del">
          <pc:chgData name="Nischal Dhungana" userId="20240069b967445c" providerId="LiveId" clId="{863F0472-6888-427A-9BE0-84B91E32F15A}" dt="2025-01-02T17:34:56.203" v="2608" actId="47"/>
          <pc:sldLayoutMkLst>
            <pc:docMk/>
            <pc:sldMasterMk cId="0" sldId="2147483703"/>
            <pc:sldLayoutMk cId="0" sldId="2147483671"/>
          </pc:sldLayoutMkLst>
        </pc:sldLayoutChg>
        <pc:sldLayoutChg chg="del">
          <pc:chgData name="Nischal Dhungana" userId="20240069b967445c" providerId="LiveId" clId="{863F0472-6888-427A-9BE0-84B91E32F15A}" dt="2025-01-02T17:34:57.296" v="2611" actId="47"/>
          <pc:sldLayoutMkLst>
            <pc:docMk/>
            <pc:sldMasterMk cId="0" sldId="2147483703"/>
            <pc:sldLayoutMk cId="0" sldId="2147483672"/>
          </pc:sldLayoutMkLst>
        </pc:sldLayoutChg>
        <pc:sldLayoutChg chg="del">
          <pc:chgData name="Nischal Dhungana" userId="20240069b967445c" providerId="LiveId" clId="{863F0472-6888-427A-9BE0-84B91E32F15A}" dt="2025-01-02T17:34:58.064" v="2612" actId="47"/>
          <pc:sldLayoutMkLst>
            <pc:docMk/>
            <pc:sldMasterMk cId="0" sldId="2147483703"/>
            <pc:sldLayoutMk cId="0" sldId="2147483673"/>
          </pc:sldLayoutMkLst>
        </pc:sldLayoutChg>
        <pc:sldLayoutChg chg="del">
          <pc:chgData name="Nischal Dhungana" userId="20240069b967445c" providerId="LiveId" clId="{863F0472-6888-427A-9BE0-84B91E32F15A}" dt="2025-01-02T17:34:59.547" v="2617" actId="47"/>
          <pc:sldLayoutMkLst>
            <pc:docMk/>
            <pc:sldMasterMk cId="0" sldId="2147483703"/>
            <pc:sldLayoutMk cId="0" sldId="2147483674"/>
          </pc:sldLayoutMkLst>
        </pc:sldLayoutChg>
        <pc:sldLayoutChg chg="del">
          <pc:chgData name="Nischal Dhungana" userId="20240069b967445c" providerId="LiveId" clId="{863F0472-6888-427A-9BE0-84B91E32F15A}" dt="2025-01-02T17:34:59.779" v="2618" actId="47"/>
          <pc:sldLayoutMkLst>
            <pc:docMk/>
            <pc:sldMasterMk cId="0" sldId="2147483703"/>
            <pc:sldLayoutMk cId="0" sldId="2147483675"/>
          </pc:sldLayoutMkLst>
        </pc:sldLayoutChg>
        <pc:sldLayoutChg chg="del">
          <pc:chgData name="Nischal Dhungana" userId="20240069b967445c" providerId="LiveId" clId="{863F0472-6888-427A-9BE0-84B91E32F15A}" dt="2025-01-02T17:35:00.014" v="2619" actId="47"/>
          <pc:sldLayoutMkLst>
            <pc:docMk/>
            <pc:sldMasterMk cId="0" sldId="2147483703"/>
            <pc:sldLayoutMk cId="0" sldId="2147483676"/>
          </pc:sldLayoutMkLst>
        </pc:sldLayoutChg>
        <pc:sldLayoutChg chg="del">
          <pc:chgData name="Nischal Dhungana" userId="20240069b967445c" providerId="LiveId" clId="{863F0472-6888-427A-9BE0-84B91E32F15A}" dt="2025-01-02T17:35:00.226" v="2620" actId="47"/>
          <pc:sldLayoutMkLst>
            <pc:docMk/>
            <pc:sldMasterMk cId="0" sldId="2147483703"/>
            <pc:sldLayoutMk cId="0" sldId="2147483677"/>
          </pc:sldLayoutMkLst>
        </pc:sldLayoutChg>
        <pc:sldLayoutChg chg="del">
          <pc:chgData name="Nischal Dhungana" userId="20240069b967445c" providerId="LiveId" clId="{863F0472-6888-427A-9BE0-84B91E32F15A}" dt="2025-01-02T17:35:01.643" v="2627" actId="47"/>
          <pc:sldLayoutMkLst>
            <pc:docMk/>
            <pc:sldMasterMk cId="0" sldId="2147483703"/>
            <pc:sldLayoutMk cId="0" sldId="2147483678"/>
          </pc:sldLayoutMkLst>
        </pc:sldLayoutChg>
        <pc:sldLayoutChg chg="del">
          <pc:chgData name="Nischal Dhungana" userId="20240069b967445c" providerId="LiveId" clId="{863F0472-6888-427A-9BE0-84B91E32F15A}" dt="2025-01-02T17:35:01.802" v="2628" actId="47"/>
          <pc:sldLayoutMkLst>
            <pc:docMk/>
            <pc:sldMasterMk cId="0" sldId="2147483703"/>
            <pc:sldLayoutMk cId="0" sldId="2147483679"/>
          </pc:sldLayoutMkLst>
        </pc:sldLayoutChg>
        <pc:sldLayoutChg chg="del">
          <pc:chgData name="Nischal Dhungana" userId="20240069b967445c" providerId="LiveId" clId="{863F0472-6888-427A-9BE0-84B91E32F15A}" dt="2025-01-02T17:35:02.194" v="2630" actId="47"/>
          <pc:sldLayoutMkLst>
            <pc:docMk/>
            <pc:sldMasterMk cId="0" sldId="2147483703"/>
            <pc:sldLayoutMk cId="0" sldId="2147483680"/>
          </pc:sldLayoutMkLst>
        </pc:sldLayoutChg>
        <pc:sldLayoutChg chg="del">
          <pc:chgData name="Nischal Dhungana" userId="20240069b967445c" providerId="LiveId" clId="{863F0472-6888-427A-9BE0-84B91E32F15A}" dt="2025-01-02T17:35:03.969" v="2633" actId="47"/>
          <pc:sldLayoutMkLst>
            <pc:docMk/>
            <pc:sldMasterMk cId="0" sldId="2147483703"/>
            <pc:sldLayoutMk cId="0" sldId="2147483681"/>
          </pc:sldLayoutMkLst>
        </pc:sldLayoutChg>
        <pc:sldLayoutChg chg="del">
          <pc:chgData name="Nischal Dhungana" userId="20240069b967445c" providerId="LiveId" clId="{863F0472-6888-427A-9BE0-84B91E32F15A}" dt="2025-01-02T17:35:05.533" v="2637" actId="47"/>
          <pc:sldLayoutMkLst>
            <pc:docMk/>
            <pc:sldMasterMk cId="0" sldId="2147483703"/>
            <pc:sldLayoutMk cId="0" sldId="2147483682"/>
          </pc:sldLayoutMkLst>
        </pc:sldLayoutChg>
        <pc:sldLayoutChg chg="del">
          <pc:chgData name="Nischal Dhungana" userId="20240069b967445c" providerId="LiveId" clId="{863F0472-6888-427A-9BE0-84B91E32F15A}" dt="2025-01-02T17:35:05.785" v="2638" actId="47"/>
          <pc:sldLayoutMkLst>
            <pc:docMk/>
            <pc:sldMasterMk cId="0" sldId="2147483703"/>
            <pc:sldLayoutMk cId="0" sldId="2147483683"/>
          </pc:sldLayoutMkLst>
        </pc:sldLayoutChg>
        <pc:sldLayoutChg chg="del">
          <pc:chgData name="Nischal Dhungana" userId="20240069b967445c" providerId="LiveId" clId="{863F0472-6888-427A-9BE0-84B91E32F15A}" dt="2025-01-02T17:35:01.240" v="2625" actId="47"/>
          <pc:sldLayoutMkLst>
            <pc:docMk/>
            <pc:sldMasterMk cId="0" sldId="2147483703"/>
            <pc:sldLayoutMk cId="0" sldId="2147483684"/>
          </pc:sldLayoutMkLst>
        </pc:sldLayoutChg>
        <pc:sldLayoutChg chg="del">
          <pc:chgData name="Nischal Dhungana" userId="20240069b967445c" providerId="LiveId" clId="{863F0472-6888-427A-9BE0-84B91E32F15A}" dt="2025-01-02T17:35:06.072" v="2639" actId="47"/>
          <pc:sldLayoutMkLst>
            <pc:docMk/>
            <pc:sldMasterMk cId="0" sldId="2147483703"/>
            <pc:sldLayoutMk cId="0" sldId="2147483685"/>
          </pc:sldLayoutMkLst>
        </pc:sldLayoutChg>
        <pc:sldLayoutChg chg="del">
          <pc:chgData name="Nischal Dhungana" userId="20240069b967445c" providerId="LiveId" clId="{863F0472-6888-427A-9BE0-84B91E32F15A}" dt="2025-01-02T17:35:06.313" v="2640" actId="47"/>
          <pc:sldLayoutMkLst>
            <pc:docMk/>
            <pc:sldMasterMk cId="0" sldId="2147483703"/>
            <pc:sldLayoutMk cId="0" sldId="2147483686"/>
          </pc:sldLayoutMkLst>
        </pc:sldLayoutChg>
        <pc:sldLayoutChg chg="del">
          <pc:chgData name="Nischal Dhungana" userId="20240069b967445c" providerId="LiveId" clId="{863F0472-6888-427A-9BE0-84B91E32F15A}" dt="2025-01-02T17:35:07.533" v="2643" actId="47"/>
          <pc:sldLayoutMkLst>
            <pc:docMk/>
            <pc:sldMasterMk cId="0" sldId="2147483703"/>
            <pc:sldLayoutMk cId="0" sldId="2147483687"/>
          </pc:sldLayoutMkLst>
        </pc:sldLayoutChg>
        <pc:sldLayoutChg chg="del">
          <pc:chgData name="Nischal Dhungana" userId="20240069b967445c" providerId="LiveId" clId="{863F0472-6888-427A-9BE0-84B91E32F15A}" dt="2025-01-02T17:35:07.712" v="2644" actId="47"/>
          <pc:sldLayoutMkLst>
            <pc:docMk/>
            <pc:sldMasterMk cId="0" sldId="2147483703"/>
            <pc:sldLayoutMk cId="0" sldId="2147483688"/>
          </pc:sldLayoutMkLst>
        </pc:sldLayoutChg>
        <pc:sldLayoutChg chg="del">
          <pc:chgData name="Nischal Dhungana" userId="20240069b967445c" providerId="LiveId" clId="{863F0472-6888-427A-9BE0-84B91E32F15A}" dt="2025-01-02T17:35:08.294" v="2647" actId="47"/>
          <pc:sldLayoutMkLst>
            <pc:docMk/>
            <pc:sldMasterMk cId="0" sldId="2147483703"/>
            <pc:sldLayoutMk cId="0" sldId="2147483689"/>
          </pc:sldLayoutMkLst>
        </pc:sldLayoutChg>
        <pc:sldLayoutChg chg="del">
          <pc:chgData name="Nischal Dhungana" userId="20240069b967445c" providerId="LiveId" clId="{863F0472-6888-427A-9BE0-84B91E32F15A}" dt="2025-01-02T17:35:08.334" v="2648" actId="47"/>
          <pc:sldLayoutMkLst>
            <pc:docMk/>
            <pc:sldMasterMk cId="0" sldId="2147483703"/>
            <pc:sldLayoutMk cId="0" sldId="2147483690"/>
          </pc:sldLayoutMkLst>
        </pc:sldLayoutChg>
        <pc:sldLayoutChg chg="del">
          <pc:chgData name="Nischal Dhungana" userId="20240069b967445c" providerId="LiveId" clId="{863F0472-6888-427A-9BE0-84B91E32F15A}" dt="2025-01-02T17:35:08.364" v="2649" actId="47"/>
          <pc:sldLayoutMkLst>
            <pc:docMk/>
            <pc:sldMasterMk cId="0" sldId="2147483703"/>
            <pc:sldLayoutMk cId="0" sldId="2147483691"/>
          </pc:sldLayoutMkLst>
        </pc:sldLayoutChg>
        <pc:sldLayoutChg chg="del">
          <pc:chgData name="Nischal Dhungana" userId="20240069b967445c" providerId="LiveId" clId="{863F0472-6888-427A-9BE0-84B91E32F15A}" dt="2025-01-02T17:35:08.387" v="2650" actId="47"/>
          <pc:sldLayoutMkLst>
            <pc:docMk/>
            <pc:sldMasterMk cId="0" sldId="2147483703"/>
            <pc:sldLayoutMk cId="0" sldId="2147483692"/>
          </pc:sldLayoutMkLst>
        </pc:sldLayoutChg>
        <pc:sldLayoutChg chg="del">
          <pc:chgData name="Nischal Dhungana" userId="20240069b967445c" providerId="LiveId" clId="{863F0472-6888-427A-9BE0-84B91E32F15A}" dt="2025-01-02T17:35:08.463" v="2651" actId="47"/>
          <pc:sldLayoutMkLst>
            <pc:docMk/>
            <pc:sldMasterMk cId="0" sldId="2147483703"/>
            <pc:sldLayoutMk cId="0" sldId="2147483693"/>
          </pc:sldLayoutMkLst>
        </pc:sldLayoutChg>
        <pc:sldLayoutChg chg="del">
          <pc:chgData name="Nischal Dhungana" userId="20240069b967445c" providerId="LiveId" clId="{863F0472-6888-427A-9BE0-84B91E32F15A}" dt="2025-01-02T17:35:08.490" v="2652" actId="47"/>
          <pc:sldLayoutMkLst>
            <pc:docMk/>
            <pc:sldMasterMk cId="0" sldId="2147483703"/>
            <pc:sldLayoutMk cId="0" sldId="2147483694"/>
          </pc:sldLayoutMkLst>
        </pc:sldLayoutChg>
        <pc:sldLayoutChg chg="del">
          <pc:chgData name="Nischal Dhungana" userId="20240069b967445c" providerId="LiveId" clId="{863F0472-6888-427A-9BE0-84B91E32F15A}" dt="2025-01-02T17:35:08.516" v="2653" actId="47"/>
          <pc:sldLayoutMkLst>
            <pc:docMk/>
            <pc:sldMasterMk cId="0" sldId="2147483703"/>
            <pc:sldLayoutMk cId="0" sldId="2147483695"/>
          </pc:sldLayoutMkLst>
        </pc:sldLayoutChg>
      </pc:sldMasterChg>
      <pc:sldMasterChg chg="del delSldLayout">
        <pc:chgData name="Nischal Dhungana" userId="20240069b967445c" providerId="LiveId" clId="{863F0472-6888-427A-9BE0-84B91E32F15A}" dt="2025-01-02T17:35:09.806" v="2663" actId="47"/>
        <pc:sldMasterMkLst>
          <pc:docMk/>
          <pc:sldMasterMk cId="0" sldId="2147483704"/>
        </pc:sldMasterMkLst>
        <pc:sldLayoutChg chg="del">
          <pc:chgData name="Nischal Dhungana" userId="20240069b967445c" providerId="LiveId" clId="{863F0472-6888-427A-9BE0-84B91E32F15A}" dt="2025-01-02T17:35:09.806" v="2663" actId="47"/>
          <pc:sldLayoutMkLst>
            <pc:docMk/>
            <pc:sldMasterMk cId="0" sldId="2147483704"/>
            <pc:sldLayoutMk cId="0" sldId="2147483700"/>
          </pc:sldLayoutMkLst>
        </pc:sldLayoutChg>
        <pc:sldLayoutChg chg="del">
          <pc:chgData name="Nischal Dhungana" userId="20240069b967445c" providerId="LiveId" clId="{863F0472-6888-427A-9BE0-84B91E32F15A}" dt="2025-01-02T17:35:09.806" v="2663" actId="47"/>
          <pc:sldLayoutMkLst>
            <pc:docMk/>
            <pc:sldMasterMk cId="0" sldId="2147483704"/>
            <pc:sldLayoutMk cId="0" sldId="2147483701"/>
          </pc:sldLayoutMkLst>
        </pc:sldLayoutChg>
      </pc:sldMasterChg>
      <pc:sldMasterChg chg="add del addSldLayout delSldLayout">
        <pc:chgData name="Nischal Dhungana" userId="20240069b967445c" providerId="LiveId" clId="{863F0472-6888-427A-9BE0-84B91E32F15A}" dt="2025-01-02T17:35:15.815" v="2681" actId="47"/>
        <pc:sldMasterMkLst>
          <pc:docMk/>
          <pc:sldMasterMk cId="0" sldId="2147483705"/>
        </pc:sldMasterMkLst>
        <pc:sldLayoutChg chg="add del">
          <pc:chgData name="Nischal Dhungana" userId="20240069b967445c" providerId="LiveId" clId="{863F0472-6888-427A-9BE0-84B91E32F15A}" dt="2025-01-02T17:35:15.815" v="2681" actId="47"/>
          <pc:sldLayoutMkLst>
            <pc:docMk/>
            <pc:sldMasterMk cId="0" sldId="2147483705"/>
            <pc:sldLayoutMk cId="0" sldId="214748370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105aad17dc0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9" name="Google Shape;509;g105aad17dc0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a:extLst>
            <a:ext uri="{FF2B5EF4-FFF2-40B4-BE49-F238E27FC236}">
              <a16:creationId xmlns:a16="http://schemas.microsoft.com/office/drawing/2014/main" id="{726D3B81-6AC0-6EE3-0C25-11FBCA730653}"/>
            </a:ext>
          </a:extLst>
        </p:cNvPr>
        <p:cNvGrpSpPr/>
        <p:nvPr/>
      </p:nvGrpSpPr>
      <p:grpSpPr>
        <a:xfrm>
          <a:off x="0" y="0"/>
          <a:ext cx="0" cy="0"/>
          <a:chOff x="0" y="0"/>
          <a:chExt cx="0" cy="0"/>
        </a:xfrm>
      </p:grpSpPr>
      <p:sp>
        <p:nvSpPr>
          <p:cNvPr id="508" name="Google Shape;508;g105aad17dc0_0_2:notes">
            <a:extLst>
              <a:ext uri="{FF2B5EF4-FFF2-40B4-BE49-F238E27FC236}">
                <a16:creationId xmlns:a16="http://schemas.microsoft.com/office/drawing/2014/main" id="{989D2B5B-D319-5D1C-1A08-8B9C5C6AC3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9" name="Google Shape;509;g105aad17dc0_0_2:notes">
            <a:extLst>
              <a:ext uri="{FF2B5EF4-FFF2-40B4-BE49-F238E27FC236}">
                <a16:creationId xmlns:a16="http://schemas.microsoft.com/office/drawing/2014/main" id="{BA0A47F6-54A9-BC25-ACBC-40638CDFC7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44004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gcf7a3c503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cf7a3c503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105aad17dc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a:extLst>
            <a:ext uri="{FF2B5EF4-FFF2-40B4-BE49-F238E27FC236}">
              <a16:creationId xmlns:a16="http://schemas.microsoft.com/office/drawing/2014/main" id="{9495A2A8-6C1D-97A8-3869-BEEB1097D731}"/>
            </a:ext>
          </a:extLst>
        </p:cNvPr>
        <p:cNvGrpSpPr/>
        <p:nvPr/>
      </p:nvGrpSpPr>
      <p:grpSpPr>
        <a:xfrm>
          <a:off x="0" y="0"/>
          <a:ext cx="0" cy="0"/>
          <a:chOff x="0" y="0"/>
          <a:chExt cx="0" cy="0"/>
        </a:xfrm>
      </p:grpSpPr>
      <p:sp>
        <p:nvSpPr>
          <p:cNvPr id="550" name="Google Shape;550;g105aad17dc0_0_95:notes">
            <a:extLst>
              <a:ext uri="{FF2B5EF4-FFF2-40B4-BE49-F238E27FC236}">
                <a16:creationId xmlns:a16="http://schemas.microsoft.com/office/drawing/2014/main" id="{ED97B0E3-9CDB-FB34-7D2E-E0FE2732BE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a:extLst>
              <a:ext uri="{FF2B5EF4-FFF2-40B4-BE49-F238E27FC236}">
                <a16:creationId xmlns:a16="http://schemas.microsoft.com/office/drawing/2014/main" id="{F88D7F5A-9209-E059-4498-B6B3E8D18F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99583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a:extLst>
            <a:ext uri="{FF2B5EF4-FFF2-40B4-BE49-F238E27FC236}">
              <a16:creationId xmlns:a16="http://schemas.microsoft.com/office/drawing/2014/main" id="{754D6BBA-49C0-16DE-1FC6-7A11ED9806CA}"/>
            </a:ext>
          </a:extLst>
        </p:cNvPr>
        <p:cNvGrpSpPr/>
        <p:nvPr/>
      </p:nvGrpSpPr>
      <p:grpSpPr>
        <a:xfrm>
          <a:off x="0" y="0"/>
          <a:ext cx="0" cy="0"/>
          <a:chOff x="0" y="0"/>
          <a:chExt cx="0" cy="0"/>
        </a:xfrm>
      </p:grpSpPr>
      <p:sp>
        <p:nvSpPr>
          <p:cNvPr id="569" name="Google Shape;569;gcf7a3c503a_0_5:notes">
            <a:extLst>
              <a:ext uri="{FF2B5EF4-FFF2-40B4-BE49-F238E27FC236}">
                <a16:creationId xmlns:a16="http://schemas.microsoft.com/office/drawing/2014/main" id="{8D8118B4-E3C1-BDA8-BC69-0C1A08346E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cf7a3c503a_0_5:notes">
            <a:extLst>
              <a:ext uri="{FF2B5EF4-FFF2-40B4-BE49-F238E27FC236}">
                <a16:creationId xmlns:a16="http://schemas.microsoft.com/office/drawing/2014/main" id="{B791420A-E8AB-07D4-AACB-8770649B1A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01904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a:extLst>
            <a:ext uri="{FF2B5EF4-FFF2-40B4-BE49-F238E27FC236}">
              <a16:creationId xmlns:a16="http://schemas.microsoft.com/office/drawing/2014/main" id="{5B34F075-1AD9-18AB-C345-009FFCBF95F2}"/>
            </a:ext>
          </a:extLst>
        </p:cNvPr>
        <p:cNvGrpSpPr/>
        <p:nvPr/>
      </p:nvGrpSpPr>
      <p:grpSpPr>
        <a:xfrm>
          <a:off x="0" y="0"/>
          <a:ext cx="0" cy="0"/>
          <a:chOff x="0" y="0"/>
          <a:chExt cx="0" cy="0"/>
        </a:xfrm>
      </p:grpSpPr>
      <p:sp>
        <p:nvSpPr>
          <p:cNvPr id="550" name="Google Shape;550;g105aad17dc0_0_95:notes">
            <a:extLst>
              <a:ext uri="{FF2B5EF4-FFF2-40B4-BE49-F238E27FC236}">
                <a16:creationId xmlns:a16="http://schemas.microsoft.com/office/drawing/2014/main" id="{52FAFDFF-AA20-0E14-53BF-8FBBB1E46E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a:extLst>
              <a:ext uri="{FF2B5EF4-FFF2-40B4-BE49-F238E27FC236}">
                <a16:creationId xmlns:a16="http://schemas.microsoft.com/office/drawing/2014/main" id="{71FB95C6-C92D-6F6E-2B4F-DC7A4F45E6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86970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a:extLst>
            <a:ext uri="{FF2B5EF4-FFF2-40B4-BE49-F238E27FC236}">
              <a16:creationId xmlns:a16="http://schemas.microsoft.com/office/drawing/2014/main" id="{9E26DE4C-1F3B-ADF6-4263-D7CDB07EFE6E}"/>
            </a:ext>
          </a:extLst>
        </p:cNvPr>
        <p:cNvGrpSpPr/>
        <p:nvPr/>
      </p:nvGrpSpPr>
      <p:grpSpPr>
        <a:xfrm>
          <a:off x="0" y="0"/>
          <a:ext cx="0" cy="0"/>
          <a:chOff x="0" y="0"/>
          <a:chExt cx="0" cy="0"/>
        </a:xfrm>
      </p:grpSpPr>
      <p:sp>
        <p:nvSpPr>
          <p:cNvPr id="569" name="Google Shape;569;gcf7a3c503a_0_5:notes">
            <a:extLst>
              <a:ext uri="{FF2B5EF4-FFF2-40B4-BE49-F238E27FC236}">
                <a16:creationId xmlns:a16="http://schemas.microsoft.com/office/drawing/2014/main" id="{282DF0C5-AADE-E79C-A1AA-F868F79876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cf7a3c503a_0_5:notes">
            <a:extLst>
              <a:ext uri="{FF2B5EF4-FFF2-40B4-BE49-F238E27FC236}">
                <a16:creationId xmlns:a16="http://schemas.microsoft.com/office/drawing/2014/main" id="{620404EF-1482-9769-647E-E16490011D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2981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a:extLst>
            <a:ext uri="{FF2B5EF4-FFF2-40B4-BE49-F238E27FC236}">
              <a16:creationId xmlns:a16="http://schemas.microsoft.com/office/drawing/2014/main" id="{8A95858B-36B8-B1B6-5CD8-2596314A8C78}"/>
            </a:ext>
          </a:extLst>
        </p:cNvPr>
        <p:cNvGrpSpPr/>
        <p:nvPr/>
      </p:nvGrpSpPr>
      <p:grpSpPr>
        <a:xfrm>
          <a:off x="0" y="0"/>
          <a:ext cx="0" cy="0"/>
          <a:chOff x="0" y="0"/>
          <a:chExt cx="0" cy="0"/>
        </a:xfrm>
      </p:grpSpPr>
      <p:sp>
        <p:nvSpPr>
          <p:cNvPr id="550" name="Google Shape;550;g105aad17dc0_0_95:notes">
            <a:extLst>
              <a:ext uri="{FF2B5EF4-FFF2-40B4-BE49-F238E27FC236}">
                <a16:creationId xmlns:a16="http://schemas.microsoft.com/office/drawing/2014/main" id="{6F60E03D-4BDE-F249-A52D-901673282F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a:extLst>
              <a:ext uri="{FF2B5EF4-FFF2-40B4-BE49-F238E27FC236}">
                <a16:creationId xmlns:a16="http://schemas.microsoft.com/office/drawing/2014/main" id="{9E45D8C1-A4CB-4F7F-8CAD-7E56BA8AD1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56663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a:extLst>
            <a:ext uri="{FF2B5EF4-FFF2-40B4-BE49-F238E27FC236}">
              <a16:creationId xmlns:a16="http://schemas.microsoft.com/office/drawing/2014/main" id="{9110E8DC-54FF-BE91-ADD8-5DAF82124BFC}"/>
            </a:ext>
          </a:extLst>
        </p:cNvPr>
        <p:cNvGrpSpPr/>
        <p:nvPr/>
      </p:nvGrpSpPr>
      <p:grpSpPr>
        <a:xfrm>
          <a:off x="0" y="0"/>
          <a:ext cx="0" cy="0"/>
          <a:chOff x="0" y="0"/>
          <a:chExt cx="0" cy="0"/>
        </a:xfrm>
      </p:grpSpPr>
      <p:sp>
        <p:nvSpPr>
          <p:cNvPr id="550" name="Google Shape;550;g105aad17dc0_0_95:notes">
            <a:extLst>
              <a:ext uri="{FF2B5EF4-FFF2-40B4-BE49-F238E27FC236}">
                <a16:creationId xmlns:a16="http://schemas.microsoft.com/office/drawing/2014/main" id="{78BA3BD2-1E6D-DA1D-6336-ADB87BDB9D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a:extLst>
              <a:ext uri="{FF2B5EF4-FFF2-40B4-BE49-F238E27FC236}">
                <a16:creationId xmlns:a16="http://schemas.microsoft.com/office/drawing/2014/main" id="{0B5E7342-C156-A839-FCA7-CD648A7F9A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41649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a:extLst>
            <a:ext uri="{FF2B5EF4-FFF2-40B4-BE49-F238E27FC236}">
              <a16:creationId xmlns:a16="http://schemas.microsoft.com/office/drawing/2014/main" id="{AA835A98-B892-2DE0-B562-ABFB8944CC30}"/>
            </a:ext>
          </a:extLst>
        </p:cNvPr>
        <p:cNvGrpSpPr/>
        <p:nvPr/>
      </p:nvGrpSpPr>
      <p:grpSpPr>
        <a:xfrm>
          <a:off x="0" y="0"/>
          <a:ext cx="0" cy="0"/>
          <a:chOff x="0" y="0"/>
          <a:chExt cx="0" cy="0"/>
        </a:xfrm>
      </p:grpSpPr>
      <p:sp>
        <p:nvSpPr>
          <p:cNvPr id="569" name="Google Shape;569;gcf7a3c503a_0_5:notes">
            <a:extLst>
              <a:ext uri="{FF2B5EF4-FFF2-40B4-BE49-F238E27FC236}">
                <a16:creationId xmlns:a16="http://schemas.microsoft.com/office/drawing/2014/main" id="{DE2CD0D2-110B-AE76-5DF1-9940DB3E00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cf7a3c503a_0_5:notes">
            <a:extLst>
              <a:ext uri="{FF2B5EF4-FFF2-40B4-BE49-F238E27FC236}">
                <a16:creationId xmlns:a16="http://schemas.microsoft.com/office/drawing/2014/main" id="{DDD1B143-B6FA-BC8A-F401-1C14200A2D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30998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a:extLst>
            <a:ext uri="{FF2B5EF4-FFF2-40B4-BE49-F238E27FC236}">
              <a16:creationId xmlns:a16="http://schemas.microsoft.com/office/drawing/2014/main" id="{82A3D820-CECE-99E3-55EB-1B0C73711DFD}"/>
            </a:ext>
          </a:extLst>
        </p:cNvPr>
        <p:cNvGrpSpPr/>
        <p:nvPr/>
      </p:nvGrpSpPr>
      <p:grpSpPr>
        <a:xfrm>
          <a:off x="0" y="0"/>
          <a:ext cx="0" cy="0"/>
          <a:chOff x="0" y="0"/>
          <a:chExt cx="0" cy="0"/>
        </a:xfrm>
      </p:grpSpPr>
      <p:sp>
        <p:nvSpPr>
          <p:cNvPr id="550" name="Google Shape;550;g105aad17dc0_0_95:notes">
            <a:extLst>
              <a:ext uri="{FF2B5EF4-FFF2-40B4-BE49-F238E27FC236}">
                <a16:creationId xmlns:a16="http://schemas.microsoft.com/office/drawing/2014/main" id="{F3A0EDD4-EA3C-D199-4D02-2D1415B6E0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a:extLst>
              <a:ext uri="{FF2B5EF4-FFF2-40B4-BE49-F238E27FC236}">
                <a16:creationId xmlns:a16="http://schemas.microsoft.com/office/drawing/2014/main" id="{F287F45F-90DD-6508-1881-D39CFF4B1A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85192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a:extLst>
            <a:ext uri="{FF2B5EF4-FFF2-40B4-BE49-F238E27FC236}">
              <a16:creationId xmlns:a16="http://schemas.microsoft.com/office/drawing/2014/main" id="{D7A9C2AF-AB16-1F22-7FDD-A14A657684DF}"/>
            </a:ext>
          </a:extLst>
        </p:cNvPr>
        <p:cNvGrpSpPr/>
        <p:nvPr/>
      </p:nvGrpSpPr>
      <p:grpSpPr>
        <a:xfrm>
          <a:off x="0" y="0"/>
          <a:ext cx="0" cy="0"/>
          <a:chOff x="0" y="0"/>
          <a:chExt cx="0" cy="0"/>
        </a:xfrm>
      </p:grpSpPr>
      <p:sp>
        <p:nvSpPr>
          <p:cNvPr id="569" name="Google Shape;569;gcf7a3c503a_0_5:notes">
            <a:extLst>
              <a:ext uri="{FF2B5EF4-FFF2-40B4-BE49-F238E27FC236}">
                <a16:creationId xmlns:a16="http://schemas.microsoft.com/office/drawing/2014/main" id="{30C83409-29EC-D72A-A7B4-223EF95140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cf7a3c503a_0_5:notes">
            <a:extLst>
              <a:ext uri="{FF2B5EF4-FFF2-40B4-BE49-F238E27FC236}">
                <a16:creationId xmlns:a16="http://schemas.microsoft.com/office/drawing/2014/main" id="{DBD8FE28-6523-AEF6-EE52-38F3D01D8A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89698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a:extLst>
            <a:ext uri="{FF2B5EF4-FFF2-40B4-BE49-F238E27FC236}">
              <a16:creationId xmlns:a16="http://schemas.microsoft.com/office/drawing/2014/main" id="{B8F02F29-C6C1-C587-6D08-631887D5D2EA}"/>
            </a:ext>
          </a:extLst>
        </p:cNvPr>
        <p:cNvGrpSpPr/>
        <p:nvPr/>
      </p:nvGrpSpPr>
      <p:grpSpPr>
        <a:xfrm>
          <a:off x="0" y="0"/>
          <a:ext cx="0" cy="0"/>
          <a:chOff x="0" y="0"/>
          <a:chExt cx="0" cy="0"/>
        </a:xfrm>
      </p:grpSpPr>
      <p:sp>
        <p:nvSpPr>
          <p:cNvPr id="550" name="Google Shape;550;g105aad17dc0_0_95:notes">
            <a:extLst>
              <a:ext uri="{FF2B5EF4-FFF2-40B4-BE49-F238E27FC236}">
                <a16:creationId xmlns:a16="http://schemas.microsoft.com/office/drawing/2014/main" id="{B5DE9F6B-005F-F7B5-F35C-9DCDCDA63F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a:extLst>
              <a:ext uri="{FF2B5EF4-FFF2-40B4-BE49-F238E27FC236}">
                <a16:creationId xmlns:a16="http://schemas.microsoft.com/office/drawing/2014/main" id="{6CA61B3B-6036-270F-6B38-22EF9D190B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68488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a:extLst>
            <a:ext uri="{FF2B5EF4-FFF2-40B4-BE49-F238E27FC236}">
              <a16:creationId xmlns:a16="http://schemas.microsoft.com/office/drawing/2014/main" id="{15A62361-82D3-3852-E86B-7D98ECF3E3C1}"/>
            </a:ext>
          </a:extLst>
        </p:cNvPr>
        <p:cNvGrpSpPr/>
        <p:nvPr/>
      </p:nvGrpSpPr>
      <p:grpSpPr>
        <a:xfrm>
          <a:off x="0" y="0"/>
          <a:ext cx="0" cy="0"/>
          <a:chOff x="0" y="0"/>
          <a:chExt cx="0" cy="0"/>
        </a:xfrm>
      </p:grpSpPr>
      <p:sp>
        <p:nvSpPr>
          <p:cNvPr id="569" name="Google Shape;569;gcf7a3c503a_0_5:notes">
            <a:extLst>
              <a:ext uri="{FF2B5EF4-FFF2-40B4-BE49-F238E27FC236}">
                <a16:creationId xmlns:a16="http://schemas.microsoft.com/office/drawing/2014/main" id="{A0FF143F-6FF5-2C2C-2BE2-12196E9BCB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cf7a3c503a_0_5:notes">
            <a:extLst>
              <a:ext uri="{FF2B5EF4-FFF2-40B4-BE49-F238E27FC236}">
                <a16:creationId xmlns:a16="http://schemas.microsoft.com/office/drawing/2014/main" id="{3C570CD5-BC4D-8598-661A-A165AC70DF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3015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a:extLst>
            <a:ext uri="{FF2B5EF4-FFF2-40B4-BE49-F238E27FC236}">
              <a16:creationId xmlns:a16="http://schemas.microsoft.com/office/drawing/2014/main" id="{A22C2BD5-251B-CE6D-AEC2-AF26E002C097}"/>
            </a:ext>
          </a:extLst>
        </p:cNvPr>
        <p:cNvGrpSpPr/>
        <p:nvPr/>
      </p:nvGrpSpPr>
      <p:grpSpPr>
        <a:xfrm>
          <a:off x="0" y="0"/>
          <a:ext cx="0" cy="0"/>
          <a:chOff x="0" y="0"/>
          <a:chExt cx="0" cy="0"/>
        </a:xfrm>
      </p:grpSpPr>
      <p:sp>
        <p:nvSpPr>
          <p:cNvPr id="550" name="Google Shape;550;g105aad17dc0_0_95:notes">
            <a:extLst>
              <a:ext uri="{FF2B5EF4-FFF2-40B4-BE49-F238E27FC236}">
                <a16:creationId xmlns:a16="http://schemas.microsoft.com/office/drawing/2014/main" id="{6E5F442E-28E6-8E31-1D57-2F841CD435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a:extLst>
              <a:ext uri="{FF2B5EF4-FFF2-40B4-BE49-F238E27FC236}">
                <a16:creationId xmlns:a16="http://schemas.microsoft.com/office/drawing/2014/main" id="{F197E72D-2D33-D73A-A280-D1E882F9BF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70105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a:extLst>
            <a:ext uri="{FF2B5EF4-FFF2-40B4-BE49-F238E27FC236}">
              <a16:creationId xmlns:a16="http://schemas.microsoft.com/office/drawing/2014/main" id="{F987DAAA-6DDA-9310-C8B1-4693847F73C1}"/>
            </a:ext>
          </a:extLst>
        </p:cNvPr>
        <p:cNvGrpSpPr/>
        <p:nvPr/>
      </p:nvGrpSpPr>
      <p:grpSpPr>
        <a:xfrm>
          <a:off x="0" y="0"/>
          <a:ext cx="0" cy="0"/>
          <a:chOff x="0" y="0"/>
          <a:chExt cx="0" cy="0"/>
        </a:xfrm>
      </p:grpSpPr>
      <p:sp>
        <p:nvSpPr>
          <p:cNvPr id="550" name="Google Shape;550;g105aad17dc0_0_95:notes">
            <a:extLst>
              <a:ext uri="{FF2B5EF4-FFF2-40B4-BE49-F238E27FC236}">
                <a16:creationId xmlns:a16="http://schemas.microsoft.com/office/drawing/2014/main" id="{A65DACE7-D8CA-DA51-E960-5B93D20EDB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a:extLst>
              <a:ext uri="{FF2B5EF4-FFF2-40B4-BE49-F238E27FC236}">
                <a16:creationId xmlns:a16="http://schemas.microsoft.com/office/drawing/2014/main" id="{30634F4C-8AA6-9DEC-4E82-83F1E8DFBD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01741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a:extLst>
            <a:ext uri="{FF2B5EF4-FFF2-40B4-BE49-F238E27FC236}">
              <a16:creationId xmlns:a16="http://schemas.microsoft.com/office/drawing/2014/main" id="{8F614230-6084-02D1-CEBD-BB46BDE58F80}"/>
            </a:ext>
          </a:extLst>
        </p:cNvPr>
        <p:cNvGrpSpPr/>
        <p:nvPr/>
      </p:nvGrpSpPr>
      <p:grpSpPr>
        <a:xfrm>
          <a:off x="0" y="0"/>
          <a:ext cx="0" cy="0"/>
          <a:chOff x="0" y="0"/>
          <a:chExt cx="0" cy="0"/>
        </a:xfrm>
      </p:grpSpPr>
      <p:sp>
        <p:nvSpPr>
          <p:cNvPr id="569" name="Google Shape;569;gcf7a3c503a_0_5:notes">
            <a:extLst>
              <a:ext uri="{FF2B5EF4-FFF2-40B4-BE49-F238E27FC236}">
                <a16:creationId xmlns:a16="http://schemas.microsoft.com/office/drawing/2014/main" id="{444DF3D4-C357-4CE2-C762-0AE9D1CAB2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cf7a3c503a_0_5:notes">
            <a:extLst>
              <a:ext uri="{FF2B5EF4-FFF2-40B4-BE49-F238E27FC236}">
                <a16:creationId xmlns:a16="http://schemas.microsoft.com/office/drawing/2014/main" id="{CB299435-4621-CB51-2BA4-D06595D68B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93900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a:extLst>
            <a:ext uri="{FF2B5EF4-FFF2-40B4-BE49-F238E27FC236}">
              <a16:creationId xmlns:a16="http://schemas.microsoft.com/office/drawing/2014/main" id="{F5945394-225B-CD5C-5C47-A871B518B0B9}"/>
            </a:ext>
          </a:extLst>
        </p:cNvPr>
        <p:cNvGrpSpPr/>
        <p:nvPr/>
      </p:nvGrpSpPr>
      <p:grpSpPr>
        <a:xfrm>
          <a:off x="0" y="0"/>
          <a:ext cx="0" cy="0"/>
          <a:chOff x="0" y="0"/>
          <a:chExt cx="0" cy="0"/>
        </a:xfrm>
      </p:grpSpPr>
      <p:sp>
        <p:nvSpPr>
          <p:cNvPr id="550" name="Google Shape;550;g105aad17dc0_0_95:notes">
            <a:extLst>
              <a:ext uri="{FF2B5EF4-FFF2-40B4-BE49-F238E27FC236}">
                <a16:creationId xmlns:a16="http://schemas.microsoft.com/office/drawing/2014/main" id="{B0D826BC-483D-157F-6828-8D0F70B958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a:extLst>
              <a:ext uri="{FF2B5EF4-FFF2-40B4-BE49-F238E27FC236}">
                <a16:creationId xmlns:a16="http://schemas.microsoft.com/office/drawing/2014/main" id="{6E53BF81-983F-B74D-D432-7E4F7C9D9C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25285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a:extLst>
            <a:ext uri="{FF2B5EF4-FFF2-40B4-BE49-F238E27FC236}">
              <a16:creationId xmlns:a16="http://schemas.microsoft.com/office/drawing/2014/main" id="{2FB443D0-455E-C387-5697-AECBAA7FE7D6}"/>
            </a:ext>
          </a:extLst>
        </p:cNvPr>
        <p:cNvGrpSpPr/>
        <p:nvPr/>
      </p:nvGrpSpPr>
      <p:grpSpPr>
        <a:xfrm>
          <a:off x="0" y="0"/>
          <a:ext cx="0" cy="0"/>
          <a:chOff x="0" y="0"/>
          <a:chExt cx="0" cy="0"/>
        </a:xfrm>
      </p:grpSpPr>
      <p:sp>
        <p:nvSpPr>
          <p:cNvPr id="550" name="Google Shape;550;g105aad17dc0_0_95:notes">
            <a:extLst>
              <a:ext uri="{FF2B5EF4-FFF2-40B4-BE49-F238E27FC236}">
                <a16:creationId xmlns:a16="http://schemas.microsoft.com/office/drawing/2014/main" id="{51BBEFC5-8D3B-6477-F7E2-3256BE5703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a:extLst>
              <a:ext uri="{FF2B5EF4-FFF2-40B4-BE49-F238E27FC236}">
                <a16:creationId xmlns:a16="http://schemas.microsoft.com/office/drawing/2014/main" id="{1E2F026C-3537-3DAE-B0B4-7817512311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526351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a:extLst>
            <a:ext uri="{FF2B5EF4-FFF2-40B4-BE49-F238E27FC236}">
              <a16:creationId xmlns:a16="http://schemas.microsoft.com/office/drawing/2014/main" id="{B6ED81E5-BADC-0C34-3115-7B4BF4CDCEA5}"/>
            </a:ext>
          </a:extLst>
        </p:cNvPr>
        <p:cNvGrpSpPr/>
        <p:nvPr/>
      </p:nvGrpSpPr>
      <p:grpSpPr>
        <a:xfrm>
          <a:off x="0" y="0"/>
          <a:ext cx="0" cy="0"/>
          <a:chOff x="0" y="0"/>
          <a:chExt cx="0" cy="0"/>
        </a:xfrm>
      </p:grpSpPr>
      <p:sp>
        <p:nvSpPr>
          <p:cNvPr id="569" name="Google Shape;569;gcf7a3c503a_0_5:notes">
            <a:extLst>
              <a:ext uri="{FF2B5EF4-FFF2-40B4-BE49-F238E27FC236}">
                <a16:creationId xmlns:a16="http://schemas.microsoft.com/office/drawing/2014/main" id="{5115BDA8-19F0-BCA2-AC12-9AFA995AEF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cf7a3c503a_0_5:notes">
            <a:extLst>
              <a:ext uri="{FF2B5EF4-FFF2-40B4-BE49-F238E27FC236}">
                <a16:creationId xmlns:a16="http://schemas.microsoft.com/office/drawing/2014/main" id="{B4AA9182-F9D1-3E02-B807-EE6D2F05EA4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433316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a:extLst>
            <a:ext uri="{FF2B5EF4-FFF2-40B4-BE49-F238E27FC236}">
              <a16:creationId xmlns:a16="http://schemas.microsoft.com/office/drawing/2014/main" id="{BD1A164A-F4D5-7B62-D6BB-CAE7B900C101}"/>
            </a:ext>
          </a:extLst>
        </p:cNvPr>
        <p:cNvGrpSpPr/>
        <p:nvPr/>
      </p:nvGrpSpPr>
      <p:grpSpPr>
        <a:xfrm>
          <a:off x="0" y="0"/>
          <a:ext cx="0" cy="0"/>
          <a:chOff x="0" y="0"/>
          <a:chExt cx="0" cy="0"/>
        </a:xfrm>
      </p:grpSpPr>
      <p:sp>
        <p:nvSpPr>
          <p:cNvPr id="550" name="Google Shape;550;g105aad17dc0_0_95:notes">
            <a:extLst>
              <a:ext uri="{FF2B5EF4-FFF2-40B4-BE49-F238E27FC236}">
                <a16:creationId xmlns:a16="http://schemas.microsoft.com/office/drawing/2014/main" id="{2137395B-0851-B9BE-A0B0-6B09B0D271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a:extLst>
              <a:ext uri="{FF2B5EF4-FFF2-40B4-BE49-F238E27FC236}">
                <a16:creationId xmlns:a16="http://schemas.microsoft.com/office/drawing/2014/main" id="{8FC74253-1999-864C-EA14-F42CE7941A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216817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a:extLst>
            <a:ext uri="{FF2B5EF4-FFF2-40B4-BE49-F238E27FC236}">
              <a16:creationId xmlns:a16="http://schemas.microsoft.com/office/drawing/2014/main" id="{0FF90D49-CF8A-69CA-AB54-D0202209538A}"/>
            </a:ext>
          </a:extLst>
        </p:cNvPr>
        <p:cNvGrpSpPr/>
        <p:nvPr/>
      </p:nvGrpSpPr>
      <p:grpSpPr>
        <a:xfrm>
          <a:off x="0" y="0"/>
          <a:ext cx="0" cy="0"/>
          <a:chOff x="0" y="0"/>
          <a:chExt cx="0" cy="0"/>
        </a:xfrm>
      </p:grpSpPr>
      <p:sp>
        <p:nvSpPr>
          <p:cNvPr id="569" name="Google Shape;569;gcf7a3c503a_0_5:notes">
            <a:extLst>
              <a:ext uri="{FF2B5EF4-FFF2-40B4-BE49-F238E27FC236}">
                <a16:creationId xmlns:a16="http://schemas.microsoft.com/office/drawing/2014/main" id="{D467071B-17AC-CB5D-8292-42D8E2AEA1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cf7a3c503a_0_5:notes">
            <a:extLst>
              <a:ext uri="{FF2B5EF4-FFF2-40B4-BE49-F238E27FC236}">
                <a16:creationId xmlns:a16="http://schemas.microsoft.com/office/drawing/2014/main" id="{68D739A9-DC18-C3F5-DA11-9F8F1B2882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9361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a:extLst>
            <a:ext uri="{FF2B5EF4-FFF2-40B4-BE49-F238E27FC236}">
              <a16:creationId xmlns:a16="http://schemas.microsoft.com/office/drawing/2014/main" id="{6924B172-0A4D-492D-1712-E3859B04734E}"/>
            </a:ext>
          </a:extLst>
        </p:cNvPr>
        <p:cNvGrpSpPr/>
        <p:nvPr/>
      </p:nvGrpSpPr>
      <p:grpSpPr>
        <a:xfrm>
          <a:off x="0" y="0"/>
          <a:ext cx="0" cy="0"/>
          <a:chOff x="0" y="0"/>
          <a:chExt cx="0" cy="0"/>
        </a:xfrm>
      </p:grpSpPr>
      <p:sp>
        <p:nvSpPr>
          <p:cNvPr id="550" name="Google Shape;550;g105aad17dc0_0_95:notes">
            <a:extLst>
              <a:ext uri="{FF2B5EF4-FFF2-40B4-BE49-F238E27FC236}">
                <a16:creationId xmlns:a16="http://schemas.microsoft.com/office/drawing/2014/main" id="{8631B239-F1FF-94D3-3B7A-05EF0FC4B5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a:extLst>
              <a:ext uri="{FF2B5EF4-FFF2-40B4-BE49-F238E27FC236}">
                <a16:creationId xmlns:a16="http://schemas.microsoft.com/office/drawing/2014/main" id="{0BDE5B66-8F81-BE48-65BE-5B889BFBE1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72531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105aad17dc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105aad17dc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a:extLst>
            <a:ext uri="{FF2B5EF4-FFF2-40B4-BE49-F238E27FC236}">
              <a16:creationId xmlns:a16="http://schemas.microsoft.com/office/drawing/2014/main" id="{C2131007-C345-FF67-598C-AC9CADB78D70}"/>
            </a:ext>
          </a:extLst>
        </p:cNvPr>
        <p:cNvGrpSpPr/>
        <p:nvPr/>
      </p:nvGrpSpPr>
      <p:grpSpPr>
        <a:xfrm>
          <a:off x="0" y="0"/>
          <a:ext cx="0" cy="0"/>
          <a:chOff x="0" y="0"/>
          <a:chExt cx="0" cy="0"/>
        </a:xfrm>
      </p:grpSpPr>
      <p:sp>
        <p:nvSpPr>
          <p:cNvPr id="569" name="Google Shape;569;gcf7a3c503a_0_5:notes">
            <a:extLst>
              <a:ext uri="{FF2B5EF4-FFF2-40B4-BE49-F238E27FC236}">
                <a16:creationId xmlns:a16="http://schemas.microsoft.com/office/drawing/2014/main" id="{06917808-0A64-CF9F-B333-73DAA8AD53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cf7a3c503a_0_5:notes">
            <a:extLst>
              <a:ext uri="{FF2B5EF4-FFF2-40B4-BE49-F238E27FC236}">
                <a16:creationId xmlns:a16="http://schemas.microsoft.com/office/drawing/2014/main" id="{B982500B-6A70-AD05-993D-AE944C09AC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309693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a:extLst>
            <a:ext uri="{FF2B5EF4-FFF2-40B4-BE49-F238E27FC236}">
              <a16:creationId xmlns:a16="http://schemas.microsoft.com/office/drawing/2014/main" id="{27091AEA-4457-C2F0-6111-1CEF2BD597E7}"/>
            </a:ext>
          </a:extLst>
        </p:cNvPr>
        <p:cNvGrpSpPr/>
        <p:nvPr/>
      </p:nvGrpSpPr>
      <p:grpSpPr>
        <a:xfrm>
          <a:off x="0" y="0"/>
          <a:ext cx="0" cy="0"/>
          <a:chOff x="0" y="0"/>
          <a:chExt cx="0" cy="0"/>
        </a:xfrm>
      </p:grpSpPr>
      <p:sp>
        <p:nvSpPr>
          <p:cNvPr id="550" name="Google Shape;550;g105aad17dc0_0_95:notes">
            <a:extLst>
              <a:ext uri="{FF2B5EF4-FFF2-40B4-BE49-F238E27FC236}">
                <a16:creationId xmlns:a16="http://schemas.microsoft.com/office/drawing/2014/main" id="{AFFADAE3-BD13-E8FD-6236-859EB13881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a:extLst>
              <a:ext uri="{FF2B5EF4-FFF2-40B4-BE49-F238E27FC236}">
                <a16:creationId xmlns:a16="http://schemas.microsoft.com/office/drawing/2014/main" id="{C54626B4-BC0B-4242-EE9D-4AD58A5F23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8973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040000" y="3377100"/>
            <a:ext cx="7064100" cy="4419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1" name="Google Shape;11;p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 name="Google Shape;12;p2"/>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 name="Google Shape;13;p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 name="Google Shape;14;p2"/>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2714550" y="2366272"/>
            <a:ext cx="3714900" cy="818400"/>
          </a:xfrm>
          <a:prstGeom prst="rect">
            <a:avLst/>
          </a:prstGeom>
          <a:noFill/>
        </p:spPr>
        <p:txBody>
          <a:bodyPr spcFirstLastPara="1" wrap="square" lIns="91425" tIns="91425" rIns="91425" bIns="91425" anchor="t" anchorCtr="0">
            <a:noAutofit/>
          </a:bodyPr>
          <a:lstStyle>
            <a:lvl1pPr lvl="0" rtl="0">
              <a:spcBef>
                <a:spcPts val="0"/>
              </a:spcBef>
              <a:spcAft>
                <a:spcPts val="0"/>
              </a:spcAft>
              <a:buClr>
                <a:schemeClr val="accent4"/>
              </a:buClr>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7" name="Google Shape;17;p3"/>
          <p:cNvSpPr txBox="1">
            <a:spLocks noGrp="1"/>
          </p:cNvSpPr>
          <p:nvPr>
            <p:ph type="title" idx="2" hasCustomPrompt="1"/>
          </p:nvPr>
        </p:nvSpPr>
        <p:spPr>
          <a:xfrm>
            <a:off x="3746550" y="1339163"/>
            <a:ext cx="1650900" cy="978300"/>
          </a:xfrm>
          <a:prstGeom prst="rect">
            <a:avLst/>
          </a:prstGeom>
        </p:spPr>
        <p:txBody>
          <a:bodyPr spcFirstLastPara="1" wrap="square" lIns="91425" tIns="91425" rIns="91425" bIns="91425" anchor="t" anchorCtr="0">
            <a:noAutofit/>
          </a:bodyPr>
          <a:lstStyle>
            <a:lvl1pPr lvl="0" rtl="0">
              <a:spcBef>
                <a:spcPts val="0"/>
              </a:spcBef>
              <a:spcAft>
                <a:spcPts val="0"/>
              </a:spcAft>
              <a:buSzPts val="6000"/>
              <a:buNone/>
              <a:defRPr sz="7000">
                <a:solidFill>
                  <a:schemeClr val="accent1"/>
                </a:solidFill>
              </a:defRPr>
            </a:lvl1pPr>
            <a:lvl2pPr lvl="1" algn="ctr" rtl="0">
              <a:spcBef>
                <a:spcPts val="0"/>
              </a:spcBef>
              <a:spcAft>
                <a:spcPts val="0"/>
              </a:spcAft>
              <a:buSzPts val="6000"/>
              <a:buNone/>
              <a:defRPr sz="6000" b="1"/>
            </a:lvl2pPr>
            <a:lvl3pPr lvl="2" algn="ctr" rtl="0">
              <a:spcBef>
                <a:spcPts val="0"/>
              </a:spcBef>
              <a:spcAft>
                <a:spcPts val="0"/>
              </a:spcAft>
              <a:buSzPts val="6000"/>
              <a:buNone/>
              <a:defRPr sz="6000" b="1"/>
            </a:lvl3pPr>
            <a:lvl4pPr lvl="3" algn="ctr" rtl="0">
              <a:spcBef>
                <a:spcPts val="0"/>
              </a:spcBef>
              <a:spcAft>
                <a:spcPts val="0"/>
              </a:spcAft>
              <a:buSzPts val="6000"/>
              <a:buNone/>
              <a:defRPr sz="6000" b="1"/>
            </a:lvl4pPr>
            <a:lvl5pPr lvl="4" algn="ctr" rtl="0">
              <a:spcBef>
                <a:spcPts val="0"/>
              </a:spcBef>
              <a:spcAft>
                <a:spcPts val="0"/>
              </a:spcAft>
              <a:buSzPts val="6000"/>
              <a:buNone/>
              <a:defRPr sz="6000" b="1"/>
            </a:lvl5pPr>
            <a:lvl6pPr lvl="5" algn="ctr" rtl="0">
              <a:spcBef>
                <a:spcPts val="0"/>
              </a:spcBef>
              <a:spcAft>
                <a:spcPts val="0"/>
              </a:spcAft>
              <a:buSzPts val="6000"/>
              <a:buNone/>
              <a:defRPr sz="6000" b="1"/>
            </a:lvl6pPr>
            <a:lvl7pPr lvl="6" algn="ctr" rtl="0">
              <a:spcBef>
                <a:spcPts val="0"/>
              </a:spcBef>
              <a:spcAft>
                <a:spcPts val="0"/>
              </a:spcAft>
              <a:buSzPts val="6000"/>
              <a:buNone/>
              <a:defRPr sz="6000" b="1"/>
            </a:lvl7pPr>
            <a:lvl8pPr lvl="7" algn="ctr" rtl="0">
              <a:spcBef>
                <a:spcPts val="0"/>
              </a:spcBef>
              <a:spcAft>
                <a:spcPts val="0"/>
              </a:spcAft>
              <a:buSzPts val="6000"/>
              <a:buNone/>
              <a:defRPr sz="6000" b="1"/>
            </a:lvl8pPr>
            <a:lvl9pPr lvl="8" algn="ctr" rtl="0">
              <a:spcBef>
                <a:spcPts val="0"/>
              </a:spcBef>
              <a:spcAft>
                <a:spcPts val="0"/>
              </a:spcAft>
              <a:buSzPts val="6000"/>
              <a:buNone/>
              <a:defRPr sz="6000" b="1"/>
            </a:lvl9pPr>
          </a:lstStyle>
          <a:p>
            <a:r>
              <a:t>xx%</a:t>
            </a:r>
          </a:p>
        </p:txBody>
      </p:sp>
      <p:sp>
        <p:nvSpPr>
          <p:cNvPr id="18" name="Google Shape;18;p3"/>
          <p:cNvSpPr txBox="1">
            <a:spLocks noGrp="1"/>
          </p:cNvSpPr>
          <p:nvPr>
            <p:ph type="subTitle" idx="1"/>
          </p:nvPr>
        </p:nvSpPr>
        <p:spPr>
          <a:xfrm>
            <a:off x="2291400" y="3076675"/>
            <a:ext cx="4561200" cy="393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9" name="Google Shape;19;p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0" name="Google Shape;20;p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1" name="Google Shape;21;p3"/>
          <p:cNvCxnSpPr/>
          <p:nvPr/>
        </p:nvCxnSpPr>
        <p:spPr>
          <a:xfrm flipH="1">
            <a:off x="7948925" y="3979775"/>
            <a:ext cx="1378500" cy="12363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 name="Google Shape;22;p3"/>
          <p:cNvCxnSpPr/>
          <p:nvPr/>
        </p:nvCxnSpPr>
        <p:spPr>
          <a:xfrm flipH="1">
            <a:off x="-112875" y="-88700"/>
            <a:ext cx="1418700" cy="1064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1">
  <p:cSld name="CUSTOM_11">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720000" y="1677218"/>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1" name="Google Shape;91;p14"/>
          <p:cNvSpPr txBox="1">
            <a:spLocks noGrp="1"/>
          </p:cNvSpPr>
          <p:nvPr>
            <p:ph type="title" idx="2" hasCustomPrompt="1"/>
          </p:nvPr>
        </p:nvSpPr>
        <p:spPr>
          <a:xfrm>
            <a:off x="1482600" y="1095325"/>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2" name="Google Shape;92;p14"/>
          <p:cNvSpPr txBox="1">
            <a:spLocks noGrp="1"/>
          </p:cNvSpPr>
          <p:nvPr>
            <p:ph type="subTitle" idx="1"/>
          </p:nvPr>
        </p:nvSpPr>
        <p:spPr>
          <a:xfrm>
            <a:off x="720000" y="2081199"/>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3" name="Google Shape;93;p14"/>
          <p:cNvSpPr txBox="1">
            <a:spLocks noGrp="1"/>
          </p:cNvSpPr>
          <p:nvPr>
            <p:ph type="title" idx="3"/>
          </p:nvPr>
        </p:nvSpPr>
        <p:spPr>
          <a:xfrm>
            <a:off x="3403800" y="1677218"/>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4" name="Google Shape;94;p14"/>
          <p:cNvSpPr txBox="1">
            <a:spLocks noGrp="1"/>
          </p:cNvSpPr>
          <p:nvPr>
            <p:ph type="title" idx="4" hasCustomPrompt="1"/>
          </p:nvPr>
        </p:nvSpPr>
        <p:spPr>
          <a:xfrm>
            <a:off x="4166400" y="1095325"/>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5" name="Google Shape;95;p14"/>
          <p:cNvSpPr txBox="1">
            <a:spLocks noGrp="1"/>
          </p:cNvSpPr>
          <p:nvPr>
            <p:ph type="subTitle" idx="5"/>
          </p:nvPr>
        </p:nvSpPr>
        <p:spPr>
          <a:xfrm>
            <a:off x="3403800" y="2081208"/>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6" name="Google Shape;96;p14"/>
          <p:cNvSpPr txBox="1">
            <a:spLocks noGrp="1"/>
          </p:cNvSpPr>
          <p:nvPr>
            <p:ph type="title" idx="6"/>
          </p:nvPr>
        </p:nvSpPr>
        <p:spPr>
          <a:xfrm>
            <a:off x="6087600" y="1677218"/>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7" name="Google Shape;97;p14"/>
          <p:cNvSpPr txBox="1">
            <a:spLocks noGrp="1"/>
          </p:cNvSpPr>
          <p:nvPr>
            <p:ph type="title" idx="7" hasCustomPrompt="1"/>
          </p:nvPr>
        </p:nvSpPr>
        <p:spPr>
          <a:xfrm>
            <a:off x="6850200" y="1095325"/>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8" name="Google Shape;98;p14"/>
          <p:cNvSpPr txBox="1">
            <a:spLocks noGrp="1"/>
          </p:cNvSpPr>
          <p:nvPr>
            <p:ph type="subTitle" idx="8"/>
          </p:nvPr>
        </p:nvSpPr>
        <p:spPr>
          <a:xfrm>
            <a:off x="6087600" y="2081208"/>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9" name="Google Shape;99;p14"/>
          <p:cNvSpPr txBox="1">
            <a:spLocks noGrp="1"/>
          </p:cNvSpPr>
          <p:nvPr>
            <p:ph type="title" idx="9"/>
          </p:nvPr>
        </p:nvSpPr>
        <p:spPr>
          <a:xfrm>
            <a:off x="720000" y="3313579"/>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0" name="Google Shape;100;p14"/>
          <p:cNvSpPr txBox="1">
            <a:spLocks noGrp="1"/>
          </p:cNvSpPr>
          <p:nvPr>
            <p:ph type="title" idx="13" hasCustomPrompt="1"/>
          </p:nvPr>
        </p:nvSpPr>
        <p:spPr>
          <a:xfrm>
            <a:off x="1482600" y="2714087"/>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1" name="Google Shape;101;p14"/>
          <p:cNvSpPr txBox="1">
            <a:spLocks noGrp="1"/>
          </p:cNvSpPr>
          <p:nvPr>
            <p:ph type="subTitle" idx="14"/>
          </p:nvPr>
        </p:nvSpPr>
        <p:spPr>
          <a:xfrm>
            <a:off x="720000" y="370586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2" name="Google Shape;102;p14"/>
          <p:cNvSpPr txBox="1">
            <a:spLocks noGrp="1"/>
          </p:cNvSpPr>
          <p:nvPr>
            <p:ph type="title" idx="15"/>
          </p:nvPr>
        </p:nvSpPr>
        <p:spPr>
          <a:xfrm>
            <a:off x="3403800" y="3313579"/>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3" name="Google Shape;103;p14"/>
          <p:cNvSpPr txBox="1">
            <a:spLocks noGrp="1"/>
          </p:cNvSpPr>
          <p:nvPr>
            <p:ph type="title" idx="16" hasCustomPrompt="1"/>
          </p:nvPr>
        </p:nvSpPr>
        <p:spPr>
          <a:xfrm>
            <a:off x="4166400" y="2714087"/>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4" name="Google Shape;104;p14"/>
          <p:cNvSpPr txBox="1">
            <a:spLocks noGrp="1"/>
          </p:cNvSpPr>
          <p:nvPr>
            <p:ph type="subTitle" idx="17"/>
          </p:nvPr>
        </p:nvSpPr>
        <p:spPr>
          <a:xfrm>
            <a:off x="3403800" y="370586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5" name="Google Shape;105;p14"/>
          <p:cNvSpPr txBox="1">
            <a:spLocks noGrp="1"/>
          </p:cNvSpPr>
          <p:nvPr>
            <p:ph type="title" idx="18"/>
          </p:nvPr>
        </p:nvSpPr>
        <p:spPr>
          <a:xfrm>
            <a:off x="6087600" y="3313579"/>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6" name="Google Shape;106;p14"/>
          <p:cNvSpPr txBox="1">
            <a:spLocks noGrp="1"/>
          </p:cNvSpPr>
          <p:nvPr>
            <p:ph type="title" idx="19" hasCustomPrompt="1"/>
          </p:nvPr>
        </p:nvSpPr>
        <p:spPr>
          <a:xfrm>
            <a:off x="6850200" y="2714087"/>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7" name="Google Shape;107;p14"/>
          <p:cNvSpPr txBox="1">
            <a:spLocks noGrp="1"/>
          </p:cNvSpPr>
          <p:nvPr>
            <p:ph type="subTitle" idx="20"/>
          </p:nvPr>
        </p:nvSpPr>
        <p:spPr>
          <a:xfrm>
            <a:off x="6087600" y="370586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8" name="Google Shape;108;p14"/>
          <p:cNvSpPr txBox="1">
            <a:spLocks noGrp="1"/>
          </p:cNvSpPr>
          <p:nvPr>
            <p:ph type="title" idx="21"/>
          </p:nvPr>
        </p:nvSpPr>
        <p:spPr>
          <a:xfrm>
            <a:off x="2332400" y="445025"/>
            <a:ext cx="4479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109" name="Google Shape;109;p1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0" name="Google Shape;110;p1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1" name="Google Shape;111;p1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12" name="Google Shape;112;p1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Quote 1">
  <p:cSld name="CUSTOM_12">
    <p:spTree>
      <p:nvGrpSpPr>
        <p:cNvPr id="1" name="Shape 118"/>
        <p:cNvGrpSpPr/>
        <p:nvPr/>
      </p:nvGrpSpPr>
      <p:grpSpPr>
        <a:xfrm>
          <a:off x="0" y="0"/>
          <a:ext cx="0" cy="0"/>
          <a:chOff x="0" y="0"/>
          <a:chExt cx="0" cy="0"/>
        </a:xfrm>
      </p:grpSpPr>
      <p:sp>
        <p:nvSpPr>
          <p:cNvPr id="119" name="Google Shape;119;p16"/>
          <p:cNvSpPr txBox="1">
            <a:spLocks noGrp="1"/>
          </p:cNvSpPr>
          <p:nvPr>
            <p:ph type="title"/>
          </p:nvPr>
        </p:nvSpPr>
        <p:spPr>
          <a:xfrm>
            <a:off x="699900" y="2821263"/>
            <a:ext cx="4323000" cy="497700"/>
          </a:xfrm>
          <a:prstGeom prst="rect">
            <a:avLst/>
          </a:prstGeom>
        </p:spPr>
        <p:txBody>
          <a:bodyPr spcFirstLastPara="1" wrap="square" lIns="91425" tIns="91425" rIns="91425" bIns="91425" anchor="t" anchorCtr="0">
            <a:noAutofit/>
          </a:bodyPr>
          <a:lstStyle>
            <a:lvl1pPr lvl="0" rtl="0">
              <a:spcBef>
                <a:spcPts val="0"/>
              </a:spcBef>
              <a:spcAft>
                <a:spcPts val="0"/>
              </a:spcAft>
              <a:buSzPts val="4800"/>
              <a:buNone/>
              <a:defRPr/>
            </a:lvl1pPr>
            <a:lvl2pPr lvl="1" algn="ctr" rtl="0">
              <a:spcBef>
                <a:spcPts val="0"/>
              </a:spcBef>
              <a:spcAft>
                <a:spcPts val="0"/>
              </a:spcAft>
              <a:buSzPts val="4800"/>
              <a:buFont typeface="Crimson Text"/>
              <a:buNone/>
              <a:defRPr sz="4800">
                <a:latin typeface="Crimson Text"/>
                <a:ea typeface="Crimson Text"/>
                <a:cs typeface="Crimson Text"/>
                <a:sym typeface="Crimson Text"/>
              </a:defRPr>
            </a:lvl2pPr>
            <a:lvl3pPr lvl="2" algn="ctr" rtl="0">
              <a:spcBef>
                <a:spcPts val="0"/>
              </a:spcBef>
              <a:spcAft>
                <a:spcPts val="0"/>
              </a:spcAft>
              <a:buSzPts val="4800"/>
              <a:buFont typeface="Crimson Text"/>
              <a:buNone/>
              <a:defRPr sz="4800">
                <a:latin typeface="Crimson Text"/>
                <a:ea typeface="Crimson Text"/>
                <a:cs typeface="Crimson Text"/>
                <a:sym typeface="Crimson Text"/>
              </a:defRPr>
            </a:lvl3pPr>
            <a:lvl4pPr lvl="3" algn="ctr" rtl="0">
              <a:spcBef>
                <a:spcPts val="0"/>
              </a:spcBef>
              <a:spcAft>
                <a:spcPts val="0"/>
              </a:spcAft>
              <a:buSzPts val="4800"/>
              <a:buFont typeface="Crimson Text"/>
              <a:buNone/>
              <a:defRPr sz="4800">
                <a:latin typeface="Crimson Text"/>
                <a:ea typeface="Crimson Text"/>
                <a:cs typeface="Crimson Text"/>
                <a:sym typeface="Crimson Text"/>
              </a:defRPr>
            </a:lvl4pPr>
            <a:lvl5pPr lvl="4" algn="ctr" rtl="0">
              <a:spcBef>
                <a:spcPts val="0"/>
              </a:spcBef>
              <a:spcAft>
                <a:spcPts val="0"/>
              </a:spcAft>
              <a:buSzPts val="4800"/>
              <a:buFont typeface="Crimson Text"/>
              <a:buNone/>
              <a:defRPr sz="4800">
                <a:latin typeface="Crimson Text"/>
                <a:ea typeface="Crimson Text"/>
                <a:cs typeface="Crimson Text"/>
                <a:sym typeface="Crimson Text"/>
              </a:defRPr>
            </a:lvl5pPr>
            <a:lvl6pPr lvl="5" algn="ctr" rtl="0">
              <a:spcBef>
                <a:spcPts val="0"/>
              </a:spcBef>
              <a:spcAft>
                <a:spcPts val="0"/>
              </a:spcAft>
              <a:buSzPts val="4800"/>
              <a:buFont typeface="Crimson Text"/>
              <a:buNone/>
              <a:defRPr sz="4800">
                <a:latin typeface="Crimson Text"/>
                <a:ea typeface="Crimson Text"/>
                <a:cs typeface="Crimson Text"/>
                <a:sym typeface="Crimson Text"/>
              </a:defRPr>
            </a:lvl6pPr>
            <a:lvl7pPr lvl="6" algn="ctr" rtl="0">
              <a:spcBef>
                <a:spcPts val="0"/>
              </a:spcBef>
              <a:spcAft>
                <a:spcPts val="0"/>
              </a:spcAft>
              <a:buSzPts val="4800"/>
              <a:buFont typeface="Crimson Text"/>
              <a:buNone/>
              <a:defRPr sz="4800">
                <a:latin typeface="Crimson Text"/>
                <a:ea typeface="Crimson Text"/>
                <a:cs typeface="Crimson Text"/>
                <a:sym typeface="Crimson Text"/>
              </a:defRPr>
            </a:lvl7pPr>
            <a:lvl8pPr lvl="7" algn="ctr" rtl="0">
              <a:spcBef>
                <a:spcPts val="0"/>
              </a:spcBef>
              <a:spcAft>
                <a:spcPts val="0"/>
              </a:spcAft>
              <a:buSzPts val="4800"/>
              <a:buFont typeface="Crimson Text"/>
              <a:buNone/>
              <a:defRPr sz="4800">
                <a:latin typeface="Crimson Text"/>
                <a:ea typeface="Crimson Text"/>
                <a:cs typeface="Crimson Text"/>
                <a:sym typeface="Crimson Text"/>
              </a:defRPr>
            </a:lvl8pPr>
            <a:lvl9pPr lvl="8" algn="ctr" rtl="0">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120" name="Google Shape;120;p16"/>
          <p:cNvSpPr txBox="1">
            <a:spLocks noGrp="1"/>
          </p:cNvSpPr>
          <p:nvPr>
            <p:ph type="subTitle" idx="1"/>
          </p:nvPr>
        </p:nvSpPr>
        <p:spPr>
          <a:xfrm>
            <a:off x="699900" y="1675902"/>
            <a:ext cx="5458200" cy="99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20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21" name="Google Shape;121;p1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2" name="Google Shape;122;p1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3" name="Google Shape;123;p16"/>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24" name="Google Shape;124;p16"/>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ext">
  <p:cSld name="CUSTOM_13">
    <p:spTree>
      <p:nvGrpSpPr>
        <p:cNvPr id="1" name="Shape 125"/>
        <p:cNvGrpSpPr/>
        <p:nvPr/>
      </p:nvGrpSpPr>
      <p:grpSpPr>
        <a:xfrm>
          <a:off x="0" y="0"/>
          <a:ext cx="0" cy="0"/>
          <a:chOff x="0" y="0"/>
          <a:chExt cx="0" cy="0"/>
        </a:xfrm>
      </p:grpSpPr>
      <p:sp>
        <p:nvSpPr>
          <p:cNvPr id="126" name="Google Shape;126;p17"/>
          <p:cNvSpPr txBox="1">
            <a:spLocks noGrp="1"/>
          </p:cNvSpPr>
          <p:nvPr>
            <p:ph type="subTitle" idx="1"/>
          </p:nvPr>
        </p:nvSpPr>
        <p:spPr>
          <a:xfrm>
            <a:off x="264840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
        <p:nvSpPr>
          <p:cNvPr id="127" name="Google Shape;127;p17"/>
          <p:cNvSpPr txBox="1">
            <a:spLocks noGrp="1"/>
          </p:cNvSpPr>
          <p:nvPr>
            <p:ph type="title"/>
          </p:nvPr>
        </p:nvSpPr>
        <p:spPr>
          <a:xfrm>
            <a:off x="1732050" y="445025"/>
            <a:ext cx="5679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cxnSp>
        <p:nvCxnSpPr>
          <p:cNvPr id="128" name="Google Shape;128;p1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9" name="Google Shape;129;p1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30" name="Google Shape;130;p17"/>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1" name="Google Shape;131;p17"/>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449"/>
        <p:cNvGrpSpPr/>
        <p:nvPr/>
      </p:nvGrpSpPr>
      <p:grpSpPr>
        <a:xfrm>
          <a:off x="0" y="0"/>
          <a:ext cx="0" cy="0"/>
          <a:chOff x="0" y="0"/>
          <a:chExt cx="0" cy="0"/>
        </a:xfrm>
      </p:grpSpPr>
      <p:cxnSp>
        <p:nvCxnSpPr>
          <p:cNvPr id="450" name="Google Shape;450;p5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1" name="Google Shape;451;p5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452"/>
        <p:cNvGrpSpPr/>
        <p:nvPr/>
      </p:nvGrpSpPr>
      <p:grpSpPr>
        <a:xfrm>
          <a:off x="0" y="0"/>
          <a:ext cx="0" cy="0"/>
          <a:chOff x="0" y="0"/>
          <a:chExt cx="0" cy="0"/>
        </a:xfrm>
      </p:grpSpPr>
      <p:cxnSp>
        <p:nvCxnSpPr>
          <p:cNvPr id="453" name="Google Shape;453;p5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4" name="Google Shape;454;p5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5" name="Google Shape;455;p51"/>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56" name="Google Shape;456;p51"/>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Shape 457"/>
        <p:cNvGrpSpPr/>
        <p:nvPr/>
      </p:nvGrpSpPr>
      <p:grpSpPr>
        <a:xfrm>
          <a:off x="0" y="0"/>
          <a:ext cx="0" cy="0"/>
          <a:chOff x="0" y="0"/>
          <a:chExt cx="0" cy="0"/>
        </a:xfrm>
      </p:grpSpPr>
      <p:cxnSp>
        <p:nvCxnSpPr>
          <p:cNvPr id="458" name="Google Shape;458;p5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9" name="Google Shape;459;p5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0" name="Google Shape;460;p52"/>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Shape 461"/>
        <p:cNvGrpSpPr/>
        <p:nvPr/>
      </p:nvGrpSpPr>
      <p:grpSpPr>
        <a:xfrm>
          <a:off x="0" y="0"/>
          <a:ext cx="0" cy="0"/>
          <a:chOff x="0" y="0"/>
          <a:chExt cx="0" cy="0"/>
        </a:xfrm>
      </p:grpSpPr>
      <p:cxnSp>
        <p:nvCxnSpPr>
          <p:cNvPr id="462" name="Google Shape;462;p5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3" name="Google Shape;463;p5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4" name="Google Shape;464;p53"/>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5" name="Google Shape;465;p53"/>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6" name="Google Shape;466;p53"/>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7" name="Google Shape;467;p53"/>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8" r:id="rId3"/>
    <p:sldLayoutId id="2147483660" r:id="rId4"/>
    <p:sldLayoutId id="2147483662" r:id="rId5"/>
    <p:sldLayoutId id="2147483663" r:id="rId6"/>
    <p:sldLayoutId id="2147483696" r:id="rId7"/>
    <p:sldLayoutId id="2147483697" r:id="rId8"/>
    <p:sldLayoutId id="2147483698" r:id="rId9"/>
    <p:sldLayoutId id="2147483699" r:id="rId10"/>
  </p:sldLayoutIdLst>
  <mc:AlternateContent xmlns:mc="http://schemas.openxmlformats.org/markup-compatibility/2006" xmlns:p14="http://schemas.microsoft.com/office/powerpoint/2010/main">
    <mc:Choice Requires="p14">
      <p:transition p14:dur="10"/>
    </mc:Choice>
    <mc:Fallback xmlns="">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59"/>
          <p:cNvSpPr txBox="1">
            <a:spLocks noGrp="1"/>
          </p:cNvSpPr>
          <p:nvPr>
            <p:ph type="ctrTitle"/>
          </p:nvPr>
        </p:nvSpPr>
        <p:spPr/>
        <p:txBody>
          <a:bodyPr/>
          <a:lstStyle/>
          <a:p>
            <a:pPr lvl="0"/>
            <a:r>
              <a:rPr lang="en-US" dirty="0"/>
              <a:t>HamroByapar</a:t>
            </a:r>
          </a:p>
        </p:txBody>
      </p:sp>
      <p:sp>
        <p:nvSpPr>
          <p:cNvPr id="483" name="Google Shape;483;p59"/>
          <p:cNvSpPr txBox="1">
            <a:spLocks noGrp="1"/>
          </p:cNvSpPr>
          <p:nvPr>
            <p:ph type="subTitle" idx="1"/>
          </p:nvPr>
        </p:nvSpPr>
        <p:spPr/>
        <p:txBody>
          <a:bodyPr/>
          <a:lstStyle/>
          <a:p>
            <a:pPr lvl="0"/>
            <a:r>
              <a:rPr lang="en-US" dirty="0"/>
              <a:t>Presented By: </a:t>
            </a:r>
            <a:r>
              <a:rPr lang="en-US" dirty="0" err="1"/>
              <a:t>Bipul</a:t>
            </a:r>
            <a:r>
              <a:rPr lang="en-US" dirty="0"/>
              <a:t> Dhungana</a:t>
            </a: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62"/>
          <p:cNvSpPr txBox="1">
            <a:spLocks noGrp="1"/>
          </p:cNvSpPr>
          <p:nvPr>
            <p:ph type="title"/>
          </p:nvPr>
        </p:nvSpPr>
        <p:spPr>
          <a:xfrm>
            <a:off x="720000" y="1677218"/>
            <a:ext cx="2336400" cy="405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t>Introduction</a:t>
            </a:r>
            <a:endParaRPr dirty="0"/>
          </a:p>
        </p:txBody>
      </p:sp>
      <p:sp>
        <p:nvSpPr>
          <p:cNvPr id="514" name="Google Shape;514;p62"/>
          <p:cNvSpPr txBox="1">
            <a:spLocks noGrp="1"/>
          </p:cNvSpPr>
          <p:nvPr>
            <p:ph type="title" idx="4"/>
          </p:nvPr>
        </p:nvSpPr>
        <p:spPr>
          <a:xfrm>
            <a:off x="4166400" y="1095325"/>
            <a:ext cx="81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02</a:t>
            </a:r>
            <a:endParaRPr/>
          </a:p>
        </p:txBody>
      </p:sp>
      <p:sp>
        <p:nvSpPr>
          <p:cNvPr id="515" name="Google Shape;515;p62"/>
          <p:cNvSpPr txBox="1">
            <a:spLocks noGrp="1"/>
          </p:cNvSpPr>
          <p:nvPr>
            <p:ph type="title" idx="13"/>
          </p:nvPr>
        </p:nvSpPr>
        <p:spPr>
          <a:xfrm>
            <a:off x="1482600" y="2714087"/>
            <a:ext cx="81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04</a:t>
            </a:r>
            <a:endParaRPr/>
          </a:p>
        </p:txBody>
      </p:sp>
      <p:sp>
        <p:nvSpPr>
          <p:cNvPr id="516" name="Google Shape;516;p62"/>
          <p:cNvSpPr txBox="1">
            <a:spLocks noGrp="1"/>
          </p:cNvSpPr>
          <p:nvPr>
            <p:ph type="title" idx="2"/>
          </p:nvPr>
        </p:nvSpPr>
        <p:spPr>
          <a:xfrm>
            <a:off x="1482600" y="1095325"/>
            <a:ext cx="81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01</a:t>
            </a:r>
            <a:endParaRPr/>
          </a:p>
        </p:txBody>
      </p:sp>
      <p:sp>
        <p:nvSpPr>
          <p:cNvPr id="517" name="Google Shape;517;p62"/>
          <p:cNvSpPr txBox="1">
            <a:spLocks noGrp="1"/>
          </p:cNvSpPr>
          <p:nvPr>
            <p:ph type="title" idx="3"/>
          </p:nvPr>
        </p:nvSpPr>
        <p:spPr>
          <a:xfrm>
            <a:off x="3403800" y="1677218"/>
            <a:ext cx="2336400" cy="405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dirty="0"/>
              <a:t>Objective</a:t>
            </a:r>
            <a:endParaRPr dirty="0"/>
          </a:p>
        </p:txBody>
      </p:sp>
      <p:sp>
        <p:nvSpPr>
          <p:cNvPr id="519" name="Google Shape;519;p62"/>
          <p:cNvSpPr txBox="1">
            <a:spLocks noGrp="1"/>
          </p:cNvSpPr>
          <p:nvPr>
            <p:ph type="title" idx="6"/>
          </p:nvPr>
        </p:nvSpPr>
        <p:spPr>
          <a:xfrm>
            <a:off x="6087600" y="1677218"/>
            <a:ext cx="2336400" cy="405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t>Scope</a:t>
            </a:r>
            <a:endParaRPr dirty="0"/>
          </a:p>
        </p:txBody>
      </p:sp>
      <p:sp>
        <p:nvSpPr>
          <p:cNvPr id="520" name="Google Shape;520;p62"/>
          <p:cNvSpPr txBox="1">
            <a:spLocks noGrp="1"/>
          </p:cNvSpPr>
          <p:nvPr>
            <p:ph type="title" idx="7"/>
          </p:nvPr>
        </p:nvSpPr>
        <p:spPr>
          <a:xfrm>
            <a:off x="6850200" y="1095325"/>
            <a:ext cx="81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03</a:t>
            </a:r>
            <a:endParaRPr/>
          </a:p>
        </p:txBody>
      </p:sp>
      <p:sp>
        <p:nvSpPr>
          <p:cNvPr id="521" name="Google Shape;521;p62"/>
          <p:cNvSpPr txBox="1">
            <a:spLocks noGrp="1"/>
          </p:cNvSpPr>
          <p:nvPr>
            <p:ph type="title" idx="9"/>
          </p:nvPr>
        </p:nvSpPr>
        <p:spPr>
          <a:xfrm>
            <a:off x="720000" y="3313579"/>
            <a:ext cx="2336400" cy="405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t>Limitations</a:t>
            </a:r>
            <a:endParaRPr dirty="0"/>
          </a:p>
        </p:txBody>
      </p:sp>
      <p:sp>
        <p:nvSpPr>
          <p:cNvPr id="523" name="Google Shape;523;p62"/>
          <p:cNvSpPr txBox="1">
            <a:spLocks noGrp="1"/>
          </p:cNvSpPr>
          <p:nvPr>
            <p:ph type="title" idx="15"/>
          </p:nvPr>
        </p:nvSpPr>
        <p:spPr>
          <a:xfrm>
            <a:off x="3403799" y="3313578"/>
            <a:ext cx="2389577" cy="89266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dirty="0"/>
              <a:t>Existing System</a:t>
            </a:r>
            <a:endParaRPr dirty="0"/>
          </a:p>
        </p:txBody>
      </p:sp>
      <p:sp>
        <p:nvSpPr>
          <p:cNvPr id="524" name="Google Shape;524;p62"/>
          <p:cNvSpPr txBox="1">
            <a:spLocks noGrp="1"/>
          </p:cNvSpPr>
          <p:nvPr>
            <p:ph type="title" idx="16"/>
          </p:nvPr>
        </p:nvSpPr>
        <p:spPr>
          <a:xfrm>
            <a:off x="4166400" y="2714087"/>
            <a:ext cx="81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05</a:t>
            </a:r>
            <a:endParaRPr/>
          </a:p>
        </p:txBody>
      </p:sp>
      <p:sp>
        <p:nvSpPr>
          <p:cNvPr id="526" name="Google Shape;526;p62"/>
          <p:cNvSpPr txBox="1">
            <a:spLocks noGrp="1"/>
          </p:cNvSpPr>
          <p:nvPr>
            <p:ph type="title" idx="18"/>
          </p:nvPr>
        </p:nvSpPr>
        <p:spPr>
          <a:xfrm>
            <a:off x="6087599" y="3313578"/>
            <a:ext cx="2389577" cy="938381"/>
          </a:xfrm>
          <a:prstGeom prst="rect">
            <a:avLst/>
          </a:prstGeom>
        </p:spPr>
        <p:txBody>
          <a:bodyPr spcFirstLastPara="1" wrap="square" lIns="91425" tIns="91425" rIns="91425" bIns="91425" anchor="t" anchorCtr="0">
            <a:noAutofit/>
          </a:bodyPr>
          <a:lstStyle/>
          <a:p>
            <a:r>
              <a:rPr lang="en-US" dirty="0"/>
              <a:t>Development Methodology</a:t>
            </a:r>
          </a:p>
        </p:txBody>
      </p:sp>
      <p:sp>
        <p:nvSpPr>
          <p:cNvPr id="527" name="Google Shape;527;p62"/>
          <p:cNvSpPr txBox="1">
            <a:spLocks noGrp="1"/>
          </p:cNvSpPr>
          <p:nvPr>
            <p:ph type="title" idx="19"/>
          </p:nvPr>
        </p:nvSpPr>
        <p:spPr>
          <a:xfrm>
            <a:off x="6850200" y="2714087"/>
            <a:ext cx="81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06</a:t>
            </a:r>
            <a:endParaRPr/>
          </a:p>
        </p:txBody>
      </p:sp>
      <p:sp>
        <p:nvSpPr>
          <p:cNvPr id="529" name="Google Shape;529;p62"/>
          <p:cNvSpPr txBox="1">
            <a:spLocks noGrp="1"/>
          </p:cNvSpPr>
          <p:nvPr>
            <p:ph type="title" idx="21"/>
          </p:nvPr>
        </p:nvSpPr>
        <p:spPr>
          <a:xfrm>
            <a:off x="2332400" y="445025"/>
            <a:ext cx="4479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0">
          <a:extLst>
            <a:ext uri="{FF2B5EF4-FFF2-40B4-BE49-F238E27FC236}">
              <a16:creationId xmlns:a16="http://schemas.microsoft.com/office/drawing/2014/main" id="{DB370AAF-CCBF-857C-2F53-7897F53DCCB8}"/>
            </a:ext>
          </a:extLst>
        </p:cNvPr>
        <p:cNvGrpSpPr/>
        <p:nvPr/>
      </p:nvGrpSpPr>
      <p:grpSpPr>
        <a:xfrm>
          <a:off x="0" y="0"/>
          <a:ext cx="0" cy="0"/>
          <a:chOff x="0" y="0"/>
          <a:chExt cx="0" cy="0"/>
        </a:xfrm>
      </p:grpSpPr>
      <p:sp>
        <p:nvSpPr>
          <p:cNvPr id="511" name="Google Shape;511;p62">
            <a:extLst>
              <a:ext uri="{FF2B5EF4-FFF2-40B4-BE49-F238E27FC236}">
                <a16:creationId xmlns:a16="http://schemas.microsoft.com/office/drawing/2014/main" id="{7125DA2D-9EDE-7410-F70B-8CB5D6318FA7}"/>
              </a:ext>
            </a:extLst>
          </p:cNvPr>
          <p:cNvSpPr txBox="1">
            <a:spLocks noGrp="1"/>
          </p:cNvSpPr>
          <p:nvPr>
            <p:ph type="title"/>
          </p:nvPr>
        </p:nvSpPr>
        <p:spPr>
          <a:xfrm>
            <a:off x="720000" y="1677218"/>
            <a:ext cx="2336400" cy="894532"/>
          </a:xfrm>
          <a:prstGeom prst="rect">
            <a:avLst/>
          </a:prstGeom>
        </p:spPr>
        <p:txBody>
          <a:bodyPr spcFirstLastPara="1" wrap="square" lIns="91425" tIns="91425" rIns="91425" bIns="91425" anchor="t" anchorCtr="0">
            <a:noAutofit/>
          </a:bodyPr>
          <a:lstStyle/>
          <a:p>
            <a:pPr>
              <a:buSzPts val="1100"/>
            </a:pPr>
            <a:r>
              <a:rPr lang="en-US" dirty="0"/>
              <a:t>Functional Requirements</a:t>
            </a:r>
            <a:br>
              <a:rPr lang="en-US" dirty="0"/>
            </a:br>
            <a:endParaRPr dirty="0"/>
          </a:p>
        </p:txBody>
      </p:sp>
      <p:sp>
        <p:nvSpPr>
          <p:cNvPr id="514" name="Google Shape;514;p62">
            <a:extLst>
              <a:ext uri="{FF2B5EF4-FFF2-40B4-BE49-F238E27FC236}">
                <a16:creationId xmlns:a16="http://schemas.microsoft.com/office/drawing/2014/main" id="{1A52C7F2-C5E0-CB76-2C81-548DC8B55EAA}"/>
              </a:ext>
            </a:extLst>
          </p:cNvPr>
          <p:cNvSpPr txBox="1">
            <a:spLocks noGrp="1"/>
          </p:cNvSpPr>
          <p:nvPr>
            <p:ph type="title" idx="4"/>
          </p:nvPr>
        </p:nvSpPr>
        <p:spPr>
          <a:xfrm>
            <a:off x="4166400" y="1095325"/>
            <a:ext cx="81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08</a:t>
            </a:r>
            <a:endParaRPr dirty="0"/>
          </a:p>
        </p:txBody>
      </p:sp>
      <p:sp>
        <p:nvSpPr>
          <p:cNvPr id="515" name="Google Shape;515;p62">
            <a:extLst>
              <a:ext uri="{FF2B5EF4-FFF2-40B4-BE49-F238E27FC236}">
                <a16:creationId xmlns:a16="http://schemas.microsoft.com/office/drawing/2014/main" id="{A77F0FAB-0D99-5A57-3AA6-32FD2FC72B33}"/>
              </a:ext>
            </a:extLst>
          </p:cNvPr>
          <p:cNvSpPr txBox="1">
            <a:spLocks noGrp="1"/>
          </p:cNvSpPr>
          <p:nvPr>
            <p:ph type="title" idx="13"/>
          </p:nvPr>
        </p:nvSpPr>
        <p:spPr>
          <a:xfrm>
            <a:off x="1482600" y="2714087"/>
            <a:ext cx="81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10</a:t>
            </a:r>
            <a:endParaRPr dirty="0"/>
          </a:p>
        </p:txBody>
      </p:sp>
      <p:sp>
        <p:nvSpPr>
          <p:cNvPr id="516" name="Google Shape;516;p62">
            <a:extLst>
              <a:ext uri="{FF2B5EF4-FFF2-40B4-BE49-F238E27FC236}">
                <a16:creationId xmlns:a16="http://schemas.microsoft.com/office/drawing/2014/main" id="{7463AA20-820D-7C3C-FFA9-3F17B1E7BE8C}"/>
              </a:ext>
            </a:extLst>
          </p:cNvPr>
          <p:cNvSpPr txBox="1">
            <a:spLocks noGrp="1"/>
          </p:cNvSpPr>
          <p:nvPr>
            <p:ph type="title" idx="2"/>
          </p:nvPr>
        </p:nvSpPr>
        <p:spPr>
          <a:xfrm>
            <a:off x="1482600" y="1095325"/>
            <a:ext cx="81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07</a:t>
            </a:r>
            <a:endParaRPr dirty="0"/>
          </a:p>
        </p:txBody>
      </p:sp>
      <p:sp>
        <p:nvSpPr>
          <p:cNvPr id="517" name="Google Shape;517;p62">
            <a:extLst>
              <a:ext uri="{FF2B5EF4-FFF2-40B4-BE49-F238E27FC236}">
                <a16:creationId xmlns:a16="http://schemas.microsoft.com/office/drawing/2014/main" id="{E1F218B9-7107-DDED-5F49-5AB9648737F1}"/>
              </a:ext>
            </a:extLst>
          </p:cNvPr>
          <p:cNvSpPr txBox="1">
            <a:spLocks noGrp="1"/>
          </p:cNvSpPr>
          <p:nvPr>
            <p:ph type="title" idx="3"/>
          </p:nvPr>
        </p:nvSpPr>
        <p:spPr>
          <a:xfrm>
            <a:off x="3403800" y="1677218"/>
            <a:ext cx="2336400" cy="405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dirty="0"/>
              <a:t>Non-Functional Requirements</a:t>
            </a:r>
          </a:p>
        </p:txBody>
      </p:sp>
      <p:sp>
        <p:nvSpPr>
          <p:cNvPr id="519" name="Google Shape;519;p62">
            <a:extLst>
              <a:ext uri="{FF2B5EF4-FFF2-40B4-BE49-F238E27FC236}">
                <a16:creationId xmlns:a16="http://schemas.microsoft.com/office/drawing/2014/main" id="{0D2DBF5C-1D32-F772-3BC9-BB84B8455EC2}"/>
              </a:ext>
            </a:extLst>
          </p:cNvPr>
          <p:cNvSpPr txBox="1">
            <a:spLocks noGrp="1"/>
          </p:cNvSpPr>
          <p:nvPr>
            <p:ph type="title" idx="6"/>
          </p:nvPr>
        </p:nvSpPr>
        <p:spPr>
          <a:xfrm>
            <a:off x="6087600" y="1677218"/>
            <a:ext cx="2336400" cy="405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dirty="0"/>
              <a:t>Feasibility Analysis</a:t>
            </a:r>
          </a:p>
        </p:txBody>
      </p:sp>
      <p:sp>
        <p:nvSpPr>
          <p:cNvPr id="520" name="Google Shape;520;p62">
            <a:extLst>
              <a:ext uri="{FF2B5EF4-FFF2-40B4-BE49-F238E27FC236}">
                <a16:creationId xmlns:a16="http://schemas.microsoft.com/office/drawing/2014/main" id="{1B39A16C-456A-54F6-8894-D2C31EF1CDD3}"/>
              </a:ext>
            </a:extLst>
          </p:cNvPr>
          <p:cNvSpPr txBox="1">
            <a:spLocks noGrp="1"/>
          </p:cNvSpPr>
          <p:nvPr>
            <p:ph type="title" idx="7"/>
          </p:nvPr>
        </p:nvSpPr>
        <p:spPr>
          <a:xfrm>
            <a:off x="6850200" y="1095325"/>
            <a:ext cx="81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09</a:t>
            </a:r>
            <a:endParaRPr dirty="0"/>
          </a:p>
        </p:txBody>
      </p:sp>
      <p:sp>
        <p:nvSpPr>
          <p:cNvPr id="521" name="Google Shape;521;p62">
            <a:extLst>
              <a:ext uri="{FF2B5EF4-FFF2-40B4-BE49-F238E27FC236}">
                <a16:creationId xmlns:a16="http://schemas.microsoft.com/office/drawing/2014/main" id="{D93FBD04-F50F-E1F2-AD09-ECAA03881709}"/>
              </a:ext>
            </a:extLst>
          </p:cNvPr>
          <p:cNvSpPr txBox="1">
            <a:spLocks noGrp="1"/>
          </p:cNvSpPr>
          <p:nvPr>
            <p:ph type="title" idx="9"/>
          </p:nvPr>
        </p:nvSpPr>
        <p:spPr>
          <a:xfrm>
            <a:off x="720000" y="3313579"/>
            <a:ext cx="2336400" cy="405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dirty="0"/>
              <a:t>Conclusion</a:t>
            </a:r>
          </a:p>
        </p:txBody>
      </p:sp>
      <p:sp>
        <p:nvSpPr>
          <p:cNvPr id="529" name="Google Shape;529;p62">
            <a:extLst>
              <a:ext uri="{FF2B5EF4-FFF2-40B4-BE49-F238E27FC236}">
                <a16:creationId xmlns:a16="http://schemas.microsoft.com/office/drawing/2014/main" id="{63A8529B-3973-755B-7F2A-690CC30006C7}"/>
              </a:ext>
            </a:extLst>
          </p:cNvPr>
          <p:cNvSpPr txBox="1">
            <a:spLocks noGrp="1"/>
          </p:cNvSpPr>
          <p:nvPr>
            <p:ph type="title" idx="21"/>
          </p:nvPr>
        </p:nvSpPr>
        <p:spPr>
          <a:xfrm>
            <a:off x="2332400" y="445025"/>
            <a:ext cx="4479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Tree>
    <p:extLst>
      <p:ext uri="{BB962C8B-B14F-4D97-AF65-F5344CB8AC3E}">
        <p14:creationId xmlns:p14="http://schemas.microsoft.com/office/powerpoint/2010/main" val="2689227959"/>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69"/>
          <p:cNvSpPr txBox="1">
            <a:spLocks noGrp="1"/>
          </p:cNvSpPr>
          <p:nvPr>
            <p:ph type="title"/>
          </p:nvPr>
        </p:nvSpPr>
        <p:spPr>
          <a:xfrm>
            <a:off x="2714550" y="2366272"/>
            <a:ext cx="3714900" cy="818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Introduction</a:t>
            </a:r>
            <a:endParaRPr dirty="0"/>
          </a:p>
        </p:txBody>
      </p:sp>
      <p:sp>
        <p:nvSpPr>
          <p:cNvPr id="573" name="Google Shape;573;p69"/>
          <p:cNvSpPr txBox="1">
            <a:spLocks noGrp="1"/>
          </p:cNvSpPr>
          <p:nvPr>
            <p:ph type="title" idx="2"/>
          </p:nvPr>
        </p:nvSpPr>
        <p:spPr>
          <a:xfrm>
            <a:off x="3746550" y="1339163"/>
            <a:ext cx="1650900" cy="97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01</a:t>
            </a:r>
            <a:endParaRPr/>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66"/>
          <p:cNvSpPr txBox="1">
            <a:spLocks noGrp="1"/>
          </p:cNvSpPr>
          <p:nvPr>
            <p:ph type="subTitle" idx="1"/>
          </p:nvPr>
        </p:nvSpPr>
        <p:spPr>
          <a:xfrm>
            <a:off x="473528" y="1503861"/>
            <a:ext cx="8196943" cy="2904853"/>
          </a:xfrm>
          <a:prstGeom prst="rect">
            <a:avLst/>
          </a:prstGeom>
        </p:spPr>
        <p:txBody>
          <a:bodyPr spcFirstLastPara="1" wrap="square" lIns="91425" tIns="91425" rIns="91425" bIns="91425" anchor="t" anchorCtr="0">
            <a:noAutofit/>
          </a:bodyPr>
          <a:lstStyle/>
          <a:p>
            <a:pPr marL="0" lvl="0" indent="0">
              <a:lnSpc>
                <a:spcPct val="150000"/>
              </a:lnSpc>
              <a:buClr>
                <a:schemeClr val="dk1"/>
              </a:buClr>
              <a:buSzPts val="1100"/>
              <a:buNone/>
            </a:pPr>
            <a:r>
              <a:rPr lang="en-US" dirty="0"/>
              <a:t>With the rapid growth of ecommerce platforms, government faces significant challenges in tracking, monitoring and collecting taxes from these digital transactions. </a:t>
            </a:r>
          </a:p>
          <a:p>
            <a:pPr marL="0" lvl="0" indent="0">
              <a:lnSpc>
                <a:spcPct val="150000"/>
              </a:lnSpc>
              <a:buClr>
                <a:schemeClr val="dk1"/>
              </a:buClr>
              <a:buSzPts val="1100"/>
              <a:buNone/>
            </a:pPr>
            <a:r>
              <a:rPr lang="en-US" dirty="0"/>
              <a:t>Sellers often struggle to navigate tax regulations, leading to errors, inefficiencies or tax evasion. </a:t>
            </a:r>
          </a:p>
          <a:p>
            <a:pPr marL="0" lvl="0" indent="0">
              <a:lnSpc>
                <a:spcPct val="150000"/>
              </a:lnSpc>
              <a:buClr>
                <a:schemeClr val="dk1"/>
              </a:buClr>
              <a:buSzPts val="1100"/>
              <a:buNone/>
            </a:pPr>
            <a:r>
              <a:rPr lang="en-US" dirty="0"/>
              <a:t>Similarly, buyers lack visibility and transparency into tax components of their purchase which can result in reduced trust in the system. </a:t>
            </a:r>
          </a:p>
          <a:p>
            <a:pPr marL="0" lvl="0" indent="0">
              <a:lnSpc>
                <a:spcPct val="150000"/>
              </a:lnSpc>
              <a:buClr>
                <a:schemeClr val="dk1"/>
              </a:buClr>
              <a:buSzPts val="1100"/>
              <a:buNone/>
            </a:pPr>
            <a:r>
              <a:rPr lang="en-US" dirty="0"/>
              <a:t>These challenges can cause government loss in revenue from tax, an increase in burden for the sellers and lack of transparency.</a:t>
            </a:r>
          </a:p>
          <a:p>
            <a:pPr marL="0" lvl="0" indent="0">
              <a:buClr>
                <a:schemeClr val="dk1"/>
              </a:buClr>
              <a:buSzPts val="1100"/>
              <a:buNone/>
            </a:pPr>
            <a:endParaRPr lang="en-US" dirty="0"/>
          </a:p>
        </p:txBody>
      </p:sp>
      <p:sp>
        <p:nvSpPr>
          <p:cNvPr id="554" name="Google Shape;554;p66"/>
          <p:cNvSpPr txBox="1">
            <a:spLocks noGrp="1"/>
          </p:cNvSpPr>
          <p:nvPr>
            <p:ph type="title"/>
          </p:nvPr>
        </p:nvSpPr>
        <p:spPr>
          <a:xfrm>
            <a:off x="1732050" y="438494"/>
            <a:ext cx="5679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Introduction</a:t>
            </a:r>
            <a:endParaRPr dirty="0"/>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52">
          <a:extLst>
            <a:ext uri="{FF2B5EF4-FFF2-40B4-BE49-F238E27FC236}">
              <a16:creationId xmlns:a16="http://schemas.microsoft.com/office/drawing/2014/main" id="{76D86D87-B564-E267-7675-42A47A23605E}"/>
            </a:ext>
          </a:extLst>
        </p:cNvPr>
        <p:cNvGrpSpPr/>
        <p:nvPr/>
      </p:nvGrpSpPr>
      <p:grpSpPr>
        <a:xfrm>
          <a:off x="0" y="0"/>
          <a:ext cx="0" cy="0"/>
          <a:chOff x="0" y="0"/>
          <a:chExt cx="0" cy="0"/>
        </a:xfrm>
      </p:grpSpPr>
      <p:sp>
        <p:nvSpPr>
          <p:cNvPr id="553" name="Google Shape;553;p66">
            <a:extLst>
              <a:ext uri="{FF2B5EF4-FFF2-40B4-BE49-F238E27FC236}">
                <a16:creationId xmlns:a16="http://schemas.microsoft.com/office/drawing/2014/main" id="{0D0E9FCB-2EC3-6A67-244E-3FE2976A23CC}"/>
              </a:ext>
            </a:extLst>
          </p:cNvPr>
          <p:cNvSpPr txBox="1">
            <a:spLocks noGrp="1"/>
          </p:cNvSpPr>
          <p:nvPr>
            <p:ph type="subTitle" idx="1"/>
          </p:nvPr>
        </p:nvSpPr>
        <p:spPr>
          <a:xfrm>
            <a:off x="473528" y="1280159"/>
            <a:ext cx="8196943" cy="2455817"/>
          </a:xfrm>
          <a:prstGeom prst="rect">
            <a:avLst/>
          </a:prstGeom>
        </p:spPr>
        <p:txBody>
          <a:bodyPr spcFirstLastPara="1" wrap="square" lIns="91425" tIns="91425" rIns="91425" bIns="91425" anchor="t" anchorCtr="0">
            <a:noAutofit/>
          </a:bodyPr>
          <a:lstStyle/>
          <a:p>
            <a:pPr marL="0" lvl="0" indent="0">
              <a:lnSpc>
                <a:spcPct val="150000"/>
              </a:lnSpc>
              <a:buClr>
                <a:schemeClr val="dk1"/>
              </a:buClr>
              <a:buSzPts val="1100"/>
              <a:buNone/>
            </a:pPr>
            <a:r>
              <a:rPr lang="en-US" dirty="0"/>
              <a:t>HamroByapar is a multi-vendor e-commerce platform where merchants can sell their products and buyers can buy the products under the regulation of government.</a:t>
            </a:r>
          </a:p>
          <a:p>
            <a:pPr marL="0" lvl="0" indent="0">
              <a:lnSpc>
                <a:spcPct val="150000"/>
              </a:lnSpc>
              <a:buClr>
                <a:schemeClr val="dk1"/>
              </a:buClr>
              <a:buSzPts val="1100"/>
              <a:buNone/>
            </a:pPr>
            <a:r>
              <a:rPr lang="en-US" dirty="0"/>
              <a:t>HamroByapar incorporates sellers, buyers and the government in a single platform.</a:t>
            </a:r>
          </a:p>
          <a:p>
            <a:pPr marL="0" lvl="0" indent="0">
              <a:lnSpc>
                <a:spcPct val="150000"/>
              </a:lnSpc>
              <a:buClr>
                <a:schemeClr val="dk1"/>
              </a:buClr>
              <a:buSzPts val="1100"/>
              <a:buNone/>
            </a:pPr>
            <a:r>
              <a:rPr lang="en-US" dirty="0"/>
              <a:t>HamroByapar addresses the issues mentioned by providing a transparent platform which calculates the taxes based on the transactions. It provides a government monitoring system that tracks transaction, ensuring effective tax.</a:t>
            </a:r>
          </a:p>
        </p:txBody>
      </p:sp>
      <p:sp>
        <p:nvSpPr>
          <p:cNvPr id="554" name="Google Shape;554;p66">
            <a:extLst>
              <a:ext uri="{FF2B5EF4-FFF2-40B4-BE49-F238E27FC236}">
                <a16:creationId xmlns:a16="http://schemas.microsoft.com/office/drawing/2014/main" id="{3ADF4F1A-4474-EE70-2FFC-D2F9E7A9545E}"/>
              </a:ext>
            </a:extLst>
          </p:cNvPr>
          <p:cNvSpPr txBox="1">
            <a:spLocks noGrp="1"/>
          </p:cNvSpPr>
          <p:nvPr>
            <p:ph type="title"/>
          </p:nvPr>
        </p:nvSpPr>
        <p:spPr>
          <a:xfrm>
            <a:off x="1732050" y="438494"/>
            <a:ext cx="5679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Introduction</a:t>
            </a:r>
            <a:endParaRPr dirty="0"/>
          </a:p>
        </p:txBody>
      </p:sp>
    </p:spTree>
    <p:extLst>
      <p:ext uri="{BB962C8B-B14F-4D97-AF65-F5344CB8AC3E}">
        <p14:creationId xmlns:p14="http://schemas.microsoft.com/office/powerpoint/2010/main" val="1281430326"/>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71">
          <a:extLst>
            <a:ext uri="{FF2B5EF4-FFF2-40B4-BE49-F238E27FC236}">
              <a16:creationId xmlns:a16="http://schemas.microsoft.com/office/drawing/2014/main" id="{23A00E18-FCE8-B8CA-5E75-AEB806A89C3F}"/>
            </a:ext>
          </a:extLst>
        </p:cNvPr>
        <p:cNvGrpSpPr/>
        <p:nvPr/>
      </p:nvGrpSpPr>
      <p:grpSpPr>
        <a:xfrm>
          <a:off x="0" y="0"/>
          <a:ext cx="0" cy="0"/>
          <a:chOff x="0" y="0"/>
          <a:chExt cx="0" cy="0"/>
        </a:xfrm>
      </p:grpSpPr>
      <p:sp>
        <p:nvSpPr>
          <p:cNvPr id="572" name="Google Shape;572;p69">
            <a:extLst>
              <a:ext uri="{FF2B5EF4-FFF2-40B4-BE49-F238E27FC236}">
                <a16:creationId xmlns:a16="http://schemas.microsoft.com/office/drawing/2014/main" id="{8C8B393E-F6F9-7211-BE0C-5DB12D53D2BA}"/>
              </a:ext>
            </a:extLst>
          </p:cNvPr>
          <p:cNvSpPr txBox="1">
            <a:spLocks noGrp="1"/>
          </p:cNvSpPr>
          <p:nvPr>
            <p:ph type="title"/>
          </p:nvPr>
        </p:nvSpPr>
        <p:spPr>
          <a:xfrm>
            <a:off x="2714550" y="2368167"/>
            <a:ext cx="3714900" cy="818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Objective</a:t>
            </a:r>
            <a:endParaRPr dirty="0"/>
          </a:p>
        </p:txBody>
      </p:sp>
      <p:sp>
        <p:nvSpPr>
          <p:cNvPr id="573" name="Google Shape;573;p69">
            <a:extLst>
              <a:ext uri="{FF2B5EF4-FFF2-40B4-BE49-F238E27FC236}">
                <a16:creationId xmlns:a16="http://schemas.microsoft.com/office/drawing/2014/main" id="{C39E9D1B-7491-8235-B4C1-C51507201CC2}"/>
              </a:ext>
            </a:extLst>
          </p:cNvPr>
          <p:cNvSpPr txBox="1">
            <a:spLocks noGrp="1"/>
          </p:cNvSpPr>
          <p:nvPr>
            <p:ph type="title" idx="2"/>
          </p:nvPr>
        </p:nvSpPr>
        <p:spPr>
          <a:xfrm>
            <a:off x="3589796" y="1387972"/>
            <a:ext cx="1650900" cy="97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02</a:t>
            </a:r>
            <a:endParaRPr dirty="0"/>
          </a:p>
        </p:txBody>
      </p:sp>
    </p:spTree>
    <p:extLst>
      <p:ext uri="{BB962C8B-B14F-4D97-AF65-F5344CB8AC3E}">
        <p14:creationId xmlns:p14="http://schemas.microsoft.com/office/powerpoint/2010/main" val="1569477362"/>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52">
          <a:extLst>
            <a:ext uri="{FF2B5EF4-FFF2-40B4-BE49-F238E27FC236}">
              <a16:creationId xmlns:a16="http://schemas.microsoft.com/office/drawing/2014/main" id="{BEB57F80-719A-E6AB-7AC4-908E743E593D}"/>
            </a:ext>
          </a:extLst>
        </p:cNvPr>
        <p:cNvGrpSpPr/>
        <p:nvPr/>
      </p:nvGrpSpPr>
      <p:grpSpPr>
        <a:xfrm>
          <a:off x="0" y="0"/>
          <a:ext cx="0" cy="0"/>
          <a:chOff x="0" y="0"/>
          <a:chExt cx="0" cy="0"/>
        </a:xfrm>
      </p:grpSpPr>
      <p:sp>
        <p:nvSpPr>
          <p:cNvPr id="553" name="Google Shape;553;p66">
            <a:extLst>
              <a:ext uri="{FF2B5EF4-FFF2-40B4-BE49-F238E27FC236}">
                <a16:creationId xmlns:a16="http://schemas.microsoft.com/office/drawing/2014/main" id="{2270EE08-0E43-F6A9-B6FB-00BA39F0958F}"/>
              </a:ext>
            </a:extLst>
          </p:cNvPr>
          <p:cNvSpPr txBox="1">
            <a:spLocks noGrp="1"/>
          </p:cNvSpPr>
          <p:nvPr>
            <p:ph type="subTitle" idx="1"/>
          </p:nvPr>
        </p:nvSpPr>
        <p:spPr>
          <a:xfrm>
            <a:off x="473528" y="1503861"/>
            <a:ext cx="8196943" cy="2135777"/>
          </a:xfrm>
          <a:prstGeom prst="rect">
            <a:avLst/>
          </a:prstGeom>
        </p:spPr>
        <p:txBody>
          <a:bodyPr spcFirstLastPara="1" wrap="square" lIns="91425" tIns="91425" rIns="91425" bIns="91425" anchor="t" anchorCtr="0">
            <a:noAutofit/>
          </a:bodyPr>
          <a:lstStyle/>
          <a:p>
            <a:pPr marL="0" indent="0">
              <a:lnSpc>
                <a:spcPct val="150000"/>
              </a:lnSpc>
              <a:buClr>
                <a:schemeClr val="dk1"/>
              </a:buClr>
              <a:buSzPts val="1100"/>
              <a:buNone/>
            </a:pPr>
            <a:r>
              <a:rPr lang="en-US" dirty="0"/>
              <a:t>The main objective of this system is:</a:t>
            </a:r>
          </a:p>
          <a:p>
            <a:pPr marL="285750" indent="-285750">
              <a:lnSpc>
                <a:spcPct val="150000"/>
              </a:lnSpc>
              <a:buClr>
                <a:schemeClr val="dk1"/>
              </a:buClr>
              <a:buSzPts val="1100"/>
            </a:pPr>
            <a:r>
              <a:rPr lang="en-US" dirty="0"/>
              <a:t>To provide a platform for sellers to list their products and track sales.</a:t>
            </a:r>
          </a:p>
          <a:p>
            <a:pPr marL="285750" indent="-285750">
              <a:lnSpc>
                <a:spcPct val="150000"/>
              </a:lnSpc>
              <a:buClr>
                <a:schemeClr val="dk1"/>
              </a:buClr>
              <a:buSzPts val="1100"/>
            </a:pPr>
            <a:r>
              <a:rPr lang="en-US" dirty="0"/>
              <a:t>To integrate automated tax calculation during transactions.</a:t>
            </a:r>
          </a:p>
          <a:p>
            <a:pPr marL="285750" indent="-285750">
              <a:lnSpc>
                <a:spcPct val="150000"/>
              </a:lnSpc>
              <a:buClr>
                <a:schemeClr val="dk1"/>
              </a:buClr>
              <a:buSzPts val="1100"/>
            </a:pPr>
            <a:r>
              <a:rPr lang="en-US" dirty="0"/>
              <a:t>To provide a user-friendly platform for users to browse products and complete purchases.</a:t>
            </a:r>
          </a:p>
          <a:p>
            <a:pPr marL="285750" indent="-285750">
              <a:buClr>
                <a:schemeClr val="dk1"/>
              </a:buClr>
              <a:buSzPts val="1100"/>
            </a:pPr>
            <a:endParaRPr lang="en-US" dirty="0"/>
          </a:p>
        </p:txBody>
      </p:sp>
      <p:sp>
        <p:nvSpPr>
          <p:cNvPr id="554" name="Google Shape;554;p66">
            <a:extLst>
              <a:ext uri="{FF2B5EF4-FFF2-40B4-BE49-F238E27FC236}">
                <a16:creationId xmlns:a16="http://schemas.microsoft.com/office/drawing/2014/main" id="{2299DD95-F25D-5135-9F57-F1DE1A3E2243}"/>
              </a:ext>
            </a:extLst>
          </p:cNvPr>
          <p:cNvSpPr txBox="1">
            <a:spLocks noGrp="1"/>
          </p:cNvSpPr>
          <p:nvPr>
            <p:ph type="title"/>
          </p:nvPr>
        </p:nvSpPr>
        <p:spPr>
          <a:xfrm>
            <a:off x="1732050" y="438494"/>
            <a:ext cx="5679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Objective</a:t>
            </a:r>
            <a:endParaRPr dirty="0"/>
          </a:p>
        </p:txBody>
      </p:sp>
    </p:spTree>
    <p:extLst>
      <p:ext uri="{BB962C8B-B14F-4D97-AF65-F5344CB8AC3E}">
        <p14:creationId xmlns:p14="http://schemas.microsoft.com/office/powerpoint/2010/main" val="3130413853"/>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71">
          <a:extLst>
            <a:ext uri="{FF2B5EF4-FFF2-40B4-BE49-F238E27FC236}">
              <a16:creationId xmlns:a16="http://schemas.microsoft.com/office/drawing/2014/main" id="{05FF6F81-3F83-0108-2A46-ECE46DE54D77}"/>
            </a:ext>
          </a:extLst>
        </p:cNvPr>
        <p:cNvGrpSpPr/>
        <p:nvPr/>
      </p:nvGrpSpPr>
      <p:grpSpPr>
        <a:xfrm>
          <a:off x="0" y="0"/>
          <a:ext cx="0" cy="0"/>
          <a:chOff x="0" y="0"/>
          <a:chExt cx="0" cy="0"/>
        </a:xfrm>
      </p:grpSpPr>
      <p:sp>
        <p:nvSpPr>
          <p:cNvPr id="572" name="Google Shape;572;p69">
            <a:extLst>
              <a:ext uri="{FF2B5EF4-FFF2-40B4-BE49-F238E27FC236}">
                <a16:creationId xmlns:a16="http://schemas.microsoft.com/office/drawing/2014/main" id="{DA48BBE9-8AED-74B5-78FA-A3CAF2BC2802}"/>
              </a:ext>
            </a:extLst>
          </p:cNvPr>
          <p:cNvSpPr txBox="1">
            <a:spLocks noGrp="1"/>
          </p:cNvSpPr>
          <p:nvPr>
            <p:ph type="title"/>
          </p:nvPr>
        </p:nvSpPr>
        <p:spPr>
          <a:xfrm>
            <a:off x="2714550" y="2366272"/>
            <a:ext cx="3714900" cy="818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Scope</a:t>
            </a:r>
            <a:endParaRPr dirty="0"/>
          </a:p>
        </p:txBody>
      </p:sp>
      <p:sp>
        <p:nvSpPr>
          <p:cNvPr id="573" name="Google Shape;573;p69">
            <a:extLst>
              <a:ext uri="{FF2B5EF4-FFF2-40B4-BE49-F238E27FC236}">
                <a16:creationId xmlns:a16="http://schemas.microsoft.com/office/drawing/2014/main" id="{4530BECE-EF8D-79DF-E61C-593DCF8D546E}"/>
              </a:ext>
            </a:extLst>
          </p:cNvPr>
          <p:cNvSpPr txBox="1">
            <a:spLocks noGrp="1"/>
          </p:cNvSpPr>
          <p:nvPr>
            <p:ph type="title" idx="2"/>
          </p:nvPr>
        </p:nvSpPr>
        <p:spPr>
          <a:xfrm>
            <a:off x="3746550" y="1339163"/>
            <a:ext cx="1650900" cy="97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03</a:t>
            </a:r>
            <a:endParaRPr dirty="0"/>
          </a:p>
        </p:txBody>
      </p:sp>
    </p:spTree>
    <p:extLst>
      <p:ext uri="{BB962C8B-B14F-4D97-AF65-F5344CB8AC3E}">
        <p14:creationId xmlns:p14="http://schemas.microsoft.com/office/powerpoint/2010/main" val="1932780267"/>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52">
          <a:extLst>
            <a:ext uri="{FF2B5EF4-FFF2-40B4-BE49-F238E27FC236}">
              <a16:creationId xmlns:a16="http://schemas.microsoft.com/office/drawing/2014/main" id="{6B7E24DB-6616-8BD1-9C0F-5B0FD3324678}"/>
            </a:ext>
          </a:extLst>
        </p:cNvPr>
        <p:cNvGrpSpPr/>
        <p:nvPr/>
      </p:nvGrpSpPr>
      <p:grpSpPr>
        <a:xfrm>
          <a:off x="0" y="0"/>
          <a:ext cx="0" cy="0"/>
          <a:chOff x="0" y="0"/>
          <a:chExt cx="0" cy="0"/>
        </a:xfrm>
      </p:grpSpPr>
      <p:sp>
        <p:nvSpPr>
          <p:cNvPr id="553" name="Google Shape;553;p66">
            <a:extLst>
              <a:ext uri="{FF2B5EF4-FFF2-40B4-BE49-F238E27FC236}">
                <a16:creationId xmlns:a16="http://schemas.microsoft.com/office/drawing/2014/main" id="{3B725485-2ECB-D1F1-AC77-AEC1F02C8389}"/>
              </a:ext>
            </a:extLst>
          </p:cNvPr>
          <p:cNvSpPr txBox="1">
            <a:spLocks noGrp="1"/>
          </p:cNvSpPr>
          <p:nvPr>
            <p:ph type="subTitle" idx="1"/>
          </p:nvPr>
        </p:nvSpPr>
        <p:spPr>
          <a:xfrm>
            <a:off x="473528" y="1503861"/>
            <a:ext cx="8196943" cy="2610939"/>
          </a:xfrm>
          <a:prstGeom prst="rect">
            <a:avLst/>
          </a:prstGeom>
        </p:spPr>
        <p:txBody>
          <a:bodyPr spcFirstLastPara="1" wrap="square" lIns="91425" tIns="91425" rIns="91425" bIns="91425" anchor="t" anchorCtr="0">
            <a:noAutofit/>
          </a:bodyPr>
          <a:lstStyle/>
          <a:p>
            <a:pPr marL="285750" indent="-285750">
              <a:lnSpc>
                <a:spcPct val="150000"/>
              </a:lnSpc>
              <a:buClr>
                <a:schemeClr val="dk1"/>
              </a:buClr>
              <a:buSzPts val="1100"/>
            </a:pPr>
            <a:r>
              <a:rPr lang="en-US" b="1" dirty="0"/>
              <a:t>Buyer: </a:t>
            </a:r>
            <a:r>
              <a:rPr lang="en-US" dirty="0"/>
              <a:t>Users can register and log in to their account, browse available products, view product details, add items to their cart and complete purchase.</a:t>
            </a:r>
          </a:p>
          <a:p>
            <a:pPr marL="285750" indent="-285750">
              <a:lnSpc>
                <a:spcPct val="150000"/>
              </a:lnSpc>
              <a:buClr>
                <a:schemeClr val="dk1"/>
              </a:buClr>
              <a:buSzPts val="1100"/>
            </a:pPr>
            <a:r>
              <a:rPr lang="en-US" b="1" dirty="0"/>
              <a:t>Seller: </a:t>
            </a:r>
            <a:r>
              <a:rPr lang="en-US" dirty="0"/>
              <a:t>Sellers can register, list their products with details. They can manage their product listings and view tax details.</a:t>
            </a:r>
          </a:p>
          <a:p>
            <a:pPr marL="285750" indent="-285750">
              <a:lnSpc>
                <a:spcPct val="150000"/>
              </a:lnSpc>
              <a:buClr>
                <a:schemeClr val="dk1"/>
              </a:buClr>
              <a:buSzPts val="1100"/>
            </a:pPr>
            <a:r>
              <a:rPr lang="en-US" b="1" dirty="0"/>
              <a:t>Government (Administrator): </a:t>
            </a:r>
            <a:r>
              <a:rPr lang="en-US" dirty="0"/>
              <a:t>Government authorities can monitor all transactions on the platform and calculate taxes. They can track sales data and ensure the appropriate taxes are being applied.</a:t>
            </a:r>
          </a:p>
          <a:p>
            <a:pPr marL="285750" indent="-285750">
              <a:buClr>
                <a:schemeClr val="dk1"/>
              </a:buClr>
              <a:buSzPts val="1100"/>
            </a:pPr>
            <a:endParaRPr lang="en-US" dirty="0"/>
          </a:p>
        </p:txBody>
      </p:sp>
      <p:sp>
        <p:nvSpPr>
          <p:cNvPr id="554" name="Google Shape;554;p66">
            <a:extLst>
              <a:ext uri="{FF2B5EF4-FFF2-40B4-BE49-F238E27FC236}">
                <a16:creationId xmlns:a16="http://schemas.microsoft.com/office/drawing/2014/main" id="{8381640B-ECD9-1F93-360A-F3784C09C67C}"/>
              </a:ext>
            </a:extLst>
          </p:cNvPr>
          <p:cNvSpPr txBox="1">
            <a:spLocks noGrp="1"/>
          </p:cNvSpPr>
          <p:nvPr>
            <p:ph type="title"/>
          </p:nvPr>
        </p:nvSpPr>
        <p:spPr>
          <a:xfrm>
            <a:off x="1732050" y="438494"/>
            <a:ext cx="5679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User Scope</a:t>
            </a:r>
            <a:endParaRPr dirty="0"/>
          </a:p>
        </p:txBody>
      </p:sp>
    </p:spTree>
    <p:extLst>
      <p:ext uri="{BB962C8B-B14F-4D97-AF65-F5344CB8AC3E}">
        <p14:creationId xmlns:p14="http://schemas.microsoft.com/office/powerpoint/2010/main" val="3397250682"/>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52">
          <a:extLst>
            <a:ext uri="{FF2B5EF4-FFF2-40B4-BE49-F238E27FC236}">
              <a16:creationId xmlns:a16="http://schemas.microsoft.com/office/drawing/2014/main" id="{35706F6C-7CEF-76F1-8A05-91AEEE0E193E}"/>
            </a:ext>
          </a:extLst>
        </p:cNvPr>
        <p:cNvGrpSpPr/>
        <p:nvPr/>
      </p:nvGrpSpPr>
      <p:grpSpPr>
        <a:xfrm>
          <a:off x="0" y="0"/>
          <a:ext cx="0" cy="0"/>
          <a:chOff x="0" y="0"/>
          <a:chExt cx="0" cy="0"/>
        </a:xfrm>
      </p:grpSpPr>
      <p:sp>
        <p:nvSpPr>
          <p:cNvPr id="553" name="Google Shape;553;p66">
            <a:extLst>
              <a:ext uri="{FF2B5EF4-FFF2-40B4-BE49-F238E27FC236}">
                <a16:creationId xmlns:a16="http://schemas.microsoft.com/office/drawing/2014/main" id="{66A916EF-225B-BD8F-E8B3-20DB03386FC3}"/>
              </a:ext>
            </a:extLst>
          </p:cNvPr>
          <p:cNvSpPr txBox="1">
            <a:spLocks noGrp="1"/>
          </p:cNvSpPr>
          <p:nvPr>
            <p:ph type="subTitle" idx="1"/>
          </p:nvPr>
        </p:nvSpPr>
        <p:spPr>
          <a:xfrm>
            <a:off x="473528" y="1503861"/>
            <a:ext cx="8196943" cy="2610939"/>
          </a:xfrm>
          <a:prstGeom prst="rect">
            <a:avLst/>
          </a:prstGeom>
        </p:spPr>
        <p:txBody>
          <a:bodyPr spcFirstLastPara="1" wrap="square" lIns="91425" tIns="91425" rIns="91425" bIns="91425" anchor="t" anchorCtr="0">
            <a:noAutofit/>
          </a:bodyPr>
          <a:lstStyle/>
          <a:p>
            <a:pPr marL="285750" indent="-285750">
              <a:lnSpc>
                <a:spcPct val="150000"/>
              </a:lnSpc>
              <a:buClr>
                <a:schemeClr val="dk1"/>
              </a:buClr>
              <a:buSzPts val="1100"/>
            </a:pPr>
            <a:r>
              <a:rPr lang="en-US" b="1" dirty="0"/>
              <a:t>Product and Inventory Management: </a:t>
            </a:r>
            <a:r>
              <a:rPr lang="en-US" dirty="0"/>
              <a:t>The system allows sellers to list and manage products.</a:t>
            </a:r>
          </a:p>
          <a:p>
            <a:pPr marL="285750" indent="-285750">
              <a:lnSpc>
                <a:spcPct val="150000"/>
              </a:lnSpc>
              <a:buClr>
                <a:schemeClr val="dk1"/>
              </a:buClr>
              <a:buSzPts val="1100"/>
            </a:pPr>
            <a:r>
              <a:rPr lang="en-US" b="1" dirty="0"/>
              <a:t>Automated Tax Calculation: </a:t>
            </a:r>
            <a:r>
              <a:rPr lang="en-US" dirty="0"/>
              <a:t>The system automatically calculates taxes on each purchase based on predefined rules.</a:t>
            </a:r>
          </a:p>
          <a:p>
            <a:pPr marL="285750" indent="-285750">
              <a:lnSpc>
                <a:spcPct val="150000"/>
              </a:lnSpc>
              <a:buClr>
                <a:schemeClr val="dk1"/>
              </a:buClr>
              <a:buSzPts val="1100"/>
            </a:pPr>
            <a:r>
              <a:rPr lang="en-US" b="1" dirty="0"/>
              <a:t>Transaction Monitoring and Reporting: </a:t>
            </a:r>
            <a:r>
              <a:rPr lang="en-US" dirty="0"/>
              <a:t>The system provides the government with access to transactions data. The government can monitor sales and track tax amount collected.</a:t>
            </a:r>
          </a:p>
          <a:p>
            <a:pPr marL="285750" indent="-285750">
              <a:buClr>
                <a:schemeClr val="dk1"/>
              </a:buClr>
              <a:buSzPts val="1100"/>
            </a:pPr>
            <a:endParaRPr lang="en-US" dirty="0"/>
          </a:p>
        </p:txBody>
      </p:sp>
      <p:sp>
        <p:nvSpPr>
          <p:cNvPr id="554" name="Google Shape;554;p66">
            <a:extLst>
              <a:ext uri="{FF2B5EF4-FFF2-40B4-BE49-F238E27FC236}">
                <a16:creationId xmlns:a16="http://schemas.microsoft.com/office/drawing/2014/main" id="{184AE2A4-B801-8D35-A8C8-6B143922C401}"/>
              </a:ext>
            </a:extLst>
          </p:cNvPr>
          <p:cNvSpPr txBox="1">
            <a:spLocks noGrp="1"/>
          </p:cNvSpPr>
          <p:nvPr>
            <p:ph type="title"/>
          </p:nvPr>
        </p:nvSpPr>
        <p:spPr>
          <a:xfrm>
            <a:off x="1732050" y="438494"/>
            <a:ext cx="5679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System Scope </a:t>
            </a:r>
            <a:endParaRPr dirty="0"/>
          </a:p>
        </p:txBody>
      </p:sp>
    </p:spTree>
    <p:extLst>
      <p:ext uri="{BB962C8B-B14F-4D97-AF65-F5344CB8AC3E}">
        <p14:creationId xmlns:p14="http://schemas.microsoft.com/office/powerpoint/2010/main" val="1712481289"/>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71">
          <a:extLst>
            <a:ext uri="{FF2B5EF4-FFF2-40B4-BE49-F238E27FC236}">
              <a16:creationId xmlns:a16="http://schemas.microsoft.com/office/drawing/2014/main" id="{F82A7343-ABD9-5152-DDDF-A69A4ED13736}"/>
            </a:ext>
          </a:extLst>
        </p:cNvPr>
        <p:cNvGrpSpPr/>
        <p:nvPr/>
      </p:nvGrpSpPr>
      <p:grpSpPr>
        <a:xfrm>
          <a:off x="0" y="0"/>
          <a:ext cx="0" cy="0"/>
          <a:chOff x="0" y="0"/>
          <a:chExt cx="0" cy="0"/>
        </a:xfrm>
      </p:grpSpPr>
      <p:sp>
        <p:nvSpPr>
          <p:cNvPr id="572" name="Google Shape;572;p69">
            <a:extLst>
              <a:ext uri="{FF2B5EF4-FFF2-40B4-BE49-F238E27FC236}">
                <a16:creationId xmlns:a16="http://schemas.microsoft.com/office/drawing/2014/main" id="{EED692CF-E39B-D1B4-7455-19FEC8FC76AE}"/>
              </a:ext>
            </a:extLst>
          </p:cNvPr>
          <p:cNvSpPr txBox="1">
            <a:spLocks noGrp="1"/>
          </p:cNvSpPr>
          <p:nvPr>
            <p:ph type="title"/>
          </p:nvPr>
        </p:nvSpPr>
        <p:spPr>
          <a:xfrm>
            <a:off x="2714550" y="2366272"/>
            <a:ext cx="3714900" cy="818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Limitations</a:t>
            </a:r>
            <a:endParaRPr dirty="0"/>
          </a:p>
        </p:txBody>
      </p:sp>
      <p:sp>
        <p:nvSpPr>
          <p:cNvPr id="573" name="Google Shape;573;p69">
            <a:extLst>
              <a:ext uri="{FF2B5EF4-FFF2-40B4-BE49-F238E27FC236}">
                <a16:creationId xmlns:a16="http://schemas.microsoft.com/office/drawing/2014/main" id="{AD88863F-4013-36B5-8281-484E0C422D2F}"/>
              </a:ext>
            </a:extLst>
          </p:cNvPr>
          <p:cNvSpPr txBox="1">
            <a:spLocks noGrp="1"/>
          </p:cNvSpPr>
          <p:nvPr>
            <p:ph type="title" idx="2"/>
          </p:nvPr>
        </p:nvSpPr>
        <p:spPr>
          <a:xfrm>
            <a:off x="3746550" y="1339163"/>
            <a:ext cx="1650900" cy="97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04</a:t>
            </a:r>
            <a:endParaRPr dirty="0"/>
          </a:p>
        </p:txBody>
      </p:sp>
    </p:spTree>
    <p:extLst>
      <p:ext uri="{BB962C8B-B14F-4D97-AF65-F5344CB8AC3E}">
        <p14:creationId xmlns:p14="http://schemas.microsoft.com/office/powerpoint/2010/main" val="229934383"/>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52">
          <a:extLst>
            <a:ext uri="{FF2B5EF4-FFF2-40B4-BE49-F238E27FC236}">
              <a16:creationId xmlns:a16="http://schemas.microsoft.com/office/drawing/2014/main" id="{F84E2F5F-CC5B-D0CD-765C-31590936D9E8}"/>
            </a:ext>
          </a:extLst>
        </p:cNvPr>
        <p:cNvGrpSpPr/>
        <p:nvPr/>
      </p:nvGrpSpPr>
      <p:grpSpPr>
        <a:xfrm>
          <a:off x="0" y="0"/>
          <a:ext cx="0" cy="0"/>
          <a:chOff x="0" y="0"/>
          <a:chExt cx="0" cy="0"/>
        </a:xfrm>
      </p:grpSpPr>
      <p:sp>
        <p:nvSpPr>
          <p:cNvPr id="553" name="Google Shape;553;p66">
            <a:extLst>
              <a:ext uri="{FF2B5EF4-FFF2-40B4-BE49-F238E27FC236}">
                <a16:creationId xmlns:a16="http://schemas.microsoft.com/office/drawing/2014/main" id="{01058C65-1C28-982B-83D1-EEA3619A235E}"/>
              </a:ext>
            </a:extLst>
          </p:cNvPr>
          <p:cNvSpPr txBox="1">
            <a:spLocks noGrp="1"/>
          </p:cNvSpPr>
          <p:nvPr>
            <p:ph type="subTitle" idx="1"/>
          </p:nvPr>
        </p:nvSpPr>
        <p:spPr>
          <a:xfrm>
            <a:off x="473528" y="1503861"/>
            <a:ext cx="8196943" cy="2610939"/>
          </a:xfrm>
          <a:prstGeom prst="rect">
            <a:avLst/>
          </a:prstGeom>
        </p:spPr>
        <p:txBody>
          <a:bodyPr spcFirstLastPara="1" wrap="square" lIns="91425" tIns="91425" rIns="91425" bIns="91425" anchor="t" anchorCtr="0">
            <a:noAutofit/>
          </a:bodyPr>
          <a:lstStyle/>
          <a:p>
            <a:pPr marL="285750" indent="-285750">
              <a:lnSpc>
                <a:spcPct val="150000"/>
              </a:lnSpc>
              <a:buClr>
                <a:schemeClr val="dk1"/>
              </a:buClr>
              <a:buSzPts val="1100"/>
            </a:pPr>
            <a:r>
              <a:rPr lang="en-US" b="1" dirty="0"/>
              <a:t>Limited Tax Rules Integration: </a:t>
            </a:r>
            <a:r>
              <a:rPr lang="en-US" dirty="0"/>
              <a:t>The system will only use basic tax rules for demonstration purposes.</a:t>
            </a:r>
          </a:p>
          <a:p>
            <a:pPr marL="285750" indent="-285750">
              <a:lnSpc>
                <a:spcPct val="150000"/>
              </a:lnSpc>
              <a:buClr>
                <a:schemeClr val="dk1"/>
              </a:buClr>
              <a:buSzPts val="1100"/>
            </a:pPr>
            <a:r>
              <a:rPr lang="en-US" b="1" dirty="0"/>
              <a:t>Manual Data Input: </a:t>
            </a:r>
            <a:r>
              <a:rPr lang="en-US" dirty="0"/>
              <a:t>Sellers will manually enter product details and tax categories, which could lead to inaccuracies if not carefully managed.</a:t>
            </a:r>
          </a:p>
          <a:p>
            <a:pPr marL="285750" indent="-285750">
              <a:lnSpc>
                <a:spcPct val="150000"/>
              </a:lnSpc>
              <a:buClr>
                <a:schemeClr val="dk1"/>
              </a:buClr>
              <a:buSzPts val="1100"/>
            </a:pPr>
            <a:r>
              <a:rPr lang="en-US" b="1" dirty="0"/>
              <a:t>Prototype: </a:t>
            </a:r>
            <a:r>
              <a:rPr lang="en-US" dirty="0"/>
              <a:t>This system is only a prototype with limited functionalities like product listing, tax calculation and transaction monitoring.</a:t>
            </a:r>
          </a:p>
          <a:p>
            <a:pPr marL="285750" indent="-285750">
              <a:buClr>
                <a:schemeClr val="dk1"/>
              </a:buClr>
              <a:buSzPts val="1100"/>
            </a:pPr>
            <a:endParaRPr lang="en-US" dirty="0"/>
          </a:p>
        </p:txBody>
      </p:sp>
      <p:sp>
        <p:nvSpPr>
          <p:cNvPr id="554" name="Google Shape;554;p66">
            <a:extLst>
              <a:ext uri="{FF2B5EF4-FFF2-40B4-BE49-F238E27FC236}">
                <a16:creationId xmlns:a16="http://schemas.microsoft.com/office/drawing/2014/main" id="{069B4F92-1A6D-3BCB-EBFF-12B307FF6105}"/>
              </a:ext>
            </a:extLst>
          </p:cNvPr>
          <p:cNvSpPr txBox="1">
            <a:spLocks noGrp="1"/>
          </p:cNvSpPr>
          <p:nvPr>
            <p:ph type="title"/>
          </p:nvPr>
        </p:nvSpPr>
        <p:spPr>
          <a:xfrm>
            <a:off x="1732050" y="438494"/>
            <a:ext cx="5679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Limitations</a:t>
            </a:r>
            <a:endParaRPr dirty="0"/>
          </a:p>
        </p:txBody>
      </p:sp>
    </p:spTree>
    <p:extLst>
      <p:ext uri="{BB962C8B-B14F-4D97-AF65-F5344CB8AC3E}">
        <p14:creationId xmlns:p14="http://schemas.microsoft.com/office/powerpoint/2010/main" val="1908900107"/>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71">
          <a:extLst>
            <a:ext uri="{FF2B5EF4-FFF2-40B4-BE49-F238E27FC236}">
              <a16:creationId xmlns:a16="http://schemas.microsoft.com/office/drawing/2014/main" id="{60174D85-8E6C-C27C-60CB-C344FB2D279F}"/>
            </a:ext>
          </a:extLst>
        </p:cNvPr>
        <p:cNvGrpSpPr/>
        <p:nvPr/>
      </p:nvGrpSpPr>
      <p:grpSpPr>
        <a:xfrm>
          <a:off x="0" y="0"/>
          <a:ext cx="0" cy="0"/>
          <a:chOff x="0" y="0"/>
          <a:chExt cx="0" cy="0"/>
        </a:xfrm>
      </p:grpSpPr>
      <p:sp>
        <p:nvSpPr>
          <p:cNvPr id="572" name="Google Shape;572;p69">
            <a:extLst>
              <a:ext uri="{FF2B5EF4-FFF2-40B4-BE49-F238E27FC236}">
                <a16:creationId xmlns:a16="http://schemas.microsoft.com/office/drawing/2014/main" id="{A0BC19BB-49A7-0331-7E9D-EFC4F9D55D64}"/>
              </a:ext>
            </a:extLst>
          </p:cNvPr>
          <p:cNvSpPr txBox="1">
            <a:spLocks noGrp="1"/>
          </p:cNvSpPr>
          <p:nvPr>
            <p:ph type="title"/>
          </p:nvPr>
        </p:nvSpPr>
        <p:spPr>
          <a:xfrm>
            <a:off x="2714550" y="2366272"/>
            <a:ext cx="3714900" cy="818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Existing System</a:t>
            </a:r>
            <a:endParaRPr dirty="0"/>
          </a:p>
        </p:txBody>
      </p:sp>
      <p:sp>
        <p:nvSpPr>
          <p:cNvPr id="573" name="Google Shape;573;p69">
            <a:extLst>
              <a:ext uri="{FF2B5EF4-FFF2-40B4-BE49-F238E27FC236}">
                <a16:creationId xmlns:a16="http://schemas.microsoft.com/office/drawing/2014/main" id="{F3A9C92C-C48C-6CC8-CF3A-888F24216167}"/>
              </a:ext>
            </a:extLst>
          </p:cNvPr>
          <p:cNvSpPr txBox="1">
            <a:spLocks noGrp="1"/>
          </p:cNvSpPr>
          <p:nvPr>
            <p:ph type="title" idx="2"/>
          </p:nvPr>
        </p:nvSpPr>
        <p:spPr>
          <a:xfrm>
            <a:off x="3746550" y="1339163"/>
            <a:ext cx="1650900" cy="97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05</a:t>
            </a:r>
            <a:endParaRPr dirty="0"/>
          </a:p>
        </p:txBody>
      </p:sp>
    </p:spTree>
    <p:extLst>
      <p:ext uri="{BB962C8B-B14F-4D97-AF65-F5344CB8AC3E}">
        <p14:creationId xmlns:p14="http://schemas.microsoft.com/office/powerpoint/2010/main" val="3055908331"/>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52">
          <a:extLst>
            <a:ext uri="{FF2B5EF4-FFF2-40B4-BE49-F238E27FC236}">
              <a16:creationId xmlns:a16="http://schemas.microsoft.com/office/drawing/2014/main" id="{CEFB9A41-CF1D-021F-8761-7569073A8F73}"/>
            </a:ext>
          </a:extLst>
        </p:cNvPr>
        <p:cNvGrpSpPr/>
        <p:nvPr/>
      </p:nvGrpSpPr>
      <p:grpSpPr>
        <a:xfrm>
          <a:off x="0" y="0"/>
          <a:ext cx="0" cy="0"/>
          <a:chOff x="0" y="0"/>
          <a:chExt cx="0" cy="0"/>
        </a:xfrm>
      </p:grpSpPr>
      <p:sp>
        <p:nvSpPr>
          <p:cNvPr id="553" name="Google Shape;553;p66">
            <a:extLst>
              <a:ext uri="{FF2B5EF4-FFF2-40B4-BE49-F238E27FC236}">
                <a16:creationId xmlns:a16="http://schemas.microsoft.com/office/drawing/2014/main" id="{9FC0716B-512F-6BD9-8D1F-0F213D486FC9}"/>
              </a:ext>
            </a:extLst>
          </p:cNvPr>
          <p:cNvSpPr txBox="1">
            <a:spLocks noGrp="1"/>
          </p:cNvSpPr>
          <p:nvPr>
            <p:ph type="subTitle" idx="1"/>
          </p:nvPr>
        </p:nvSpPr>
        <p:spPr>
          <a:xfrm>
            <a:off x="473528" y="1104849"/>
            <a:ext cx="8196943" cy="3683281"/>
          </a:xfrm>
          <a:prstGeom prst="rect">
            <a:avLst/>
          </a:prstGeom>
        </p:spPr>
        <p:txBody>
          <a:bodyPr spcFirstLastPara="1" wrap="square" lIns="91425" tIns="91425" rIns="91425" bIns="91425" anchor="t" anchorCtr="0">
            <a:noAutofit/>
          </a:bodyPr>
          <a:lstStyle/>
          <a:p>
            <a:pPr marL="0" indent="0">
              <a:lnSpc>
                <a:spcPct val="150000"/>
              </a:lnSpc>
              <a:buClr>
                <a:schemeClr val="dk1"/>
              </a:buClr>
              <a:buSzPts val="1100"/>
              <a:buNone/>
            </a:pPr>
            <a:r>
              <a:rPr lang="en-US" dirty="0"/>
              <a:t>Some government monitored e-commerce platforms are:</a:t>
            </a:r>
          </a:p>
          <a:p>
            <a:pPr marL="285750" indent="-285750">
              <a:lnSpc>
                <a:spcPct val="150000"/>
              </a:lnSpc>
              <a:buClr>
                <a:schemeClr val="dk1"/>
              </a:buClr>
              <a:buSzPts val="1100"/>
            </a:pPr>
            <a:r>
              <a:rPr lang="en-US" b="1" dirty="0"/>
              <a:t>The Open Network for Digital Commerce (ONDC): </a:t>
            </a:r>
            <a:r>
              <a:rPr lang="en-US" dirty="0"/>
              <a:t>It is an initiative by the Indian government to make online shopping fairer and more accessible. Launched on December 31, 2021, it aims to break the dominance of big e-commerce platforms. ONDC helps small businesses join the digital world by creating a shared system that is open to everyone, simplifies processes, and makes online trade easier and more inclusive.</a:t>
            </a:r>
          </a:p>
          <a:p>
            <a:pPr marL="285750" indent="-285750">
              <a:lnSpc>
                <a:spcPct val="150000"/>
              </a:lnSpc>
              <a:buClr>
                <a:schemeClr val="dk1"/>
              </a:buClr>
              <a:buSzPts val="1100"/>
            </a:pPr>
            <a:r>
              <a:rPr lang="en-US" b="1" dirty="0"/>
              <a:t>The Commercial Platforms Program: </a:t>
            </a:r>
            <a:r>
              <a:rPr lang="en-US" dirty="0"/>
              <a:t>It is run by the U.S. General Services Administration (GSA), makes it easier for federal employees to buy goods online using approved platforms like Amazon Business and Staples. It ensures purchases follow federal rules while offering a simple and user-friendly shopping experience.</a:t>
            </a:r>
          </a:p>
        </p:txBody>
      </p:sp>
      <p:sp>
        <p:nvSpPr>
          <p:cNvPr id="554" name="Google Shape;554;p66">
            <a:extLst>
              <a:ext uri="{FF2B5EF4-FFF2-40B4-BE49-F238E27FC236}">
                <a16:creationId xmlns:a16="http://schemas.microsoft.com/office/drawing/2014/main" id="{0E12DE13-2CA6-586C-2E77-0F9537BC44B0}"/>
              </a:ext>
            </a:extLst>
          </p:cNvPr>
          <p:cNvSpPr txBox="1">
            <a:spLocks noGrp="1"/>
          </p:cNvSpPr>
          <p:nvPr>
            <p:ph type="title"/>
          </p:nvPr>
        </p:nvSpPr>
        <p:spPr>
          <a:xfrm>
            <a:off x="1732050" y="438494"/>
            <a:ext cx="5679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Existing System</a:t>
            </a:r>
            <a:endParaRPr dirty="0"/>
          </a:p>
        </p:txBody>
      </p:sp>
    </p:spTree>
    <p:extLst>
      <p:ext uri="{BB962C8B-B14F-4D97-AF65-F5344CB8AC3E}">
        <p14:creationId xmlns:p14="http://schemas.microsoft.com/office/powerpoint/2010/main" val="3361521192"/>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71">
          <a:extLst>
            <a:ext uri="{FF2B5EF4-FFF2-40B4-BE49-F238E27FC236}">
              <a16:creationId xmlns:a16="http://schemas.microsoft.com/office/drawing/2014/main" id="{3F83C824-5734-A751-9475-101DC35E7386}"/>
            </a:ext>
          </a:extLst>
        </p:cNvPr>
        <p:cNvGrpSpPr/>
        <p:nvPr/>
      </p:nvGrpSpPr>
      <p:grpSpPr>
        <a:xfrm>
          <a:off x="0" y="0"/>
          <a:ext cx="0" cy="0"/>
          <a:chOff x="0" y="0"/>
          <a:chExt cx="0" cy="0"/>
        </a:xfrm>
      </p:grpSpPr>
      <p:sp>
        <p:nvSpPr>
          <p:cNvPr id="572" name="Google Shape;572;p69">
            <a:extLst>
              <a:ext uri="{FF2B5EF4-FFF2-40B4-BE49-F238E27FC236}">
                <a16:creationId xmlns:a16="http://schemas.microsoft.com/office/drawing/2014/main" id="{85244143-04BA-86CF-4FB2-F89CFC68B2F7}"/>
              </a:ext>
            </a:extLst>
          </p:cNvPr>
          <p:cNvSpPr txBox="1">
            <a:spLocks noGrp="1"/>
          </p:cNvSpPr>
          <p:nvPr>
            <p:ph type="title"/>
          </p:nvPr>
        </p:nvSpPr>
        <p:spPr>
          <a:xfrm>
            <a:off x="2438226" y="2369071"/>
            <a:ext cx="4267547" cy="179424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Development Methodology</a:t>
            </a:r>
            <a:endParaRPr dirty="0"/>
          </a:p>
        </p:txBody>
      </p:sp>
      <p:sp>
        <p:nvSpPr>
          <p:cNvPr id="573" name="Google Shape;573;p69">
            <a:extLst>
              <a:ext uri="{FF2B5EF4-FFF2-40B4-BE49-F238E27FC236}">
                <a16:creationId xmlns:a16="http://schemas.microsoft.com/office/drawing/2014/main" id="{7006B5E8-2F17-FCD4-1E7C-7CABAF51984F}"/>
              </a:ext>
            </a:extLst>
          </p:cNvPr>
          <p:cNvSpPr txBox="1">
            <a:spLocks noGrp="1"/>
          </p:cNvSpPr>
          <p:nvPr>
            <p:ph type="title" idx="2"/>
          </p:nvPr>
        </p:nvSpPr>
        <p:spPr>
          <a:xfrm>
            <a:off x="3746549" y="1260786"/>
            <a:ext cx="1650900" cy="97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06</a:t>
            </a:r>
            <a:endParaRPr dirty="0"/>
          </a:p>
        </p:txBody>
      </p:sp>
    </p:spTree>
    <p:extLst>
      <p:ext uri="{BB962C8B-B14F-4D97-AF65-F5344CB8AC3E}">
        <p14:creationId xmlns:p14="http://schemas.microsoft.com/office/powerpoint/2010/main" val="2306589965"/>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52">
          <a:extLst>
            <a:ext uri="{FF2B5EF4-FFF2-40B4-BE49-F238E27FC236}">
              <a16:creationId xmlns:a16="http://schemas.microsoft.com/office/drawing/2014/main" id="{66B734ED-4F9F-C78F-C804-4D0BBADE4761}"/>
            </a:ext>
          </a:extLst>
        </p:cNvPr>
        <p:cNvGrpSpPr/>
        <p:nvPr/>
      </p:nvGrpSpPr>
      <p:grpSpPr>
        <a:xfrm>
          <a:off x="0" y="0"/>
          <a:ext cx="0" cy="0"/>
          <a:chOff x="0" y="0"/>
          <a:chExt cx="0" cy="0"/>
        </a:xfrm>
      </p:grpSpPr>
      <p:sp>
        <p:nvSpPr>
          <p:cNvPr id="553" name="Google Shape;553;p66">
            <a:extLst>
              <a:ext uri="{FF2B5EF4-FFF2-40B4-BE49-F238E27FC236}">
                <a16:creationId xmlns:a16="http://schemas.microsoft.com/office/drawing/2014/main" id="{BBAFC8AC-96E8-1C0C-B498-DCFBE711EFE7}"/>
              </a:ext>
            </a:extLst>
          </p:cNvPr>
          <p:cNvSpPr txBox="1">
            <a:spLocks noGrp="1"/>
          </p:cNvSpPr>
          <p:nvPr>
            <p:ph type="subTitle" idx="1"/>
          </p:nvPr>
        </p:nvSpPr>
        <p:spPr>
          <a:xfrm>
            <a:off x="473528" y="1183821"/>
            <a:ext cx="8196943" cy="3166110"/>
          </a:xfrm>
          <a:prstGeom prst="rect">
            <a:avLst/>
          </a:prstGeom>
        </p:spPr>
        <p:txBody>
          <a:bodyPr spcFirstLastPara="1" wrap="square" lIns="91425" tIns="91425" rIns="91425" bIns="91425" anchor="t" anchorCtr="0">
            <a:noAutofit/>
          </a:bodyPr>
          <a:lstStyle/>
          <a:p>
            <a:pPr marL="114300" indent="0">
              <a:lnSpc>
                <a:spcPct val="150000"/>
              </a:lnSpc>
              <a:buNone/>
            </a:pPr>
            <a:r>
              <a:rPr lang="en-US" dirty="0"/>
              <a:t>For the development of this project, iterative waterfall model is being used. The iterative waterfall model combines the sequential steps of the traditional Waterfall Model with the flexibility of iterative design.</a:t>
            </a:r>
          </a:p>
          <a:p>
            <a:pPr marL="114300" indent="0">
              <a:lnSpc>
                <a:spcPct val="150000"/>
              </a:lnSpc>
              <a:buNone/>
            </a:pPr>
            <a:r>
              <a:rPr lang="en-US" dirty="0"/>
              <a:t>The stages of iterative waterfall model are:</a:t>
            </a:r>
          </a:p>
          <a:p>
            <a:pPr marL="514350" indent="-400050">
              <a:lnSpc>
                <a:spcPct val="150000"/>
              </a:lnSpc>
              <a:buFont typeface="+mj-lt"/>
              <a:buAutoNum type="romanUcPeriod"/>
            </a:pPr>
            <a:r>
              <a:rPr lang="en-US" dirty="0"/>
              <a:t>Requirement Analysis</a:t>
            </a:r>
          </a:p>
          <a:p>
            <a:pPr marL="514350" indent="-400050">
              <a:lnSpc>
                <a:spcPct val="150000"/>
              </a:lnSpc>
              <a:buFont typeface="+mj-lt"/>
              <a:buAutoNum type="romanUcPeriod"/>
            </a:pPr>
            <a:r>
              <a:rPr lang="en-US" dirty="0"/>
              <a:t>Design</a:t>
            </a:r>
          </a:p>
          <a:p>
            <a:pPr marL="514350" indent="-400050">
              <a:lnSpc>
                <a:spcPct val="150000"/>
              </a:lnSpc>
              <a:buFont typeface="+mj-lt"/>
              <a:buAutoNum type="romanUcPeriod"/>
            </a:pPr>
            <a:r>
              <a:rPr lang="en-US" dirty="0"/>
              <a:t>Implementation</a:t>
            </a:r>
          </a:p>
          <a:p>
            <a:pPr marL="514350" indent="-400050">
              <a:lnSpc>
                <a:spcPct val="150000"/>
              </a:lnSpc>
              <a:buFont typeface="+mj-lt"/>
              <a:buAutoNum type="romanUcPeriod"/>
            </a:pPr>
            <a:r>
              <a:rPr lang="en-US" dirty="0"/>
              <a:t>Testing</a:t>
            </a:r>
          </a:p>
          <a:p>
            <a:pPr marL="514350" indent="-400050">
              <a:lnSpc>
                <a:spcPct val="150000"/>
              </a:lnSpc>
              <a:buFont typeface="+mj-lt"/>
              <a:buAutoNum type="romanUcPeriod"/>
            </a:pPr>
            <a:r>
              <a:rPr lang="en-US" dirty="0"/>
              <a:t>Maintenance</a:t>
            </a:r>
          </a:p>
        </p:txBody>
      </p:sp>
      <p:sp>
        <p:nvSpPr>
          <p:cNvPr id="554" name="Google Shape;554;p66">
            <a:extLst>
              <a:ext uri="{FF2B5EF4-FFF2-40B4-BE49-F238E27FC236}">
                <a16:creationId xmlns:a16="http://schemas.microsoft.com/office/drawing/2014/main" id="{68A08430-1AF7-2FEE-476F-59D33D53EA87}"/>
              </a:ext>
            </a:extLst>
          </p:cNvPr>
          <p:cNvSpPr txBox="1">
            <a:spLocks noGrp="1"/>
          </p:cNvSpPr>
          <p:nvPr>
            <p:ph type="title"/>
          </p:nvPr>
        </p:nvSpPr>
        <p:spPr>
          <a:xfrm>
            <a:off x="1732050" y="438494"/>
            <a:ext cx="5679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Development Methodology</a:t>
            </a:r>
            <a:endParaRPr dirty="0"/>
          </a:p>
        </p:txBody>
      </p:sp>
    </p:spTree>
    <p:extLst>
      <p:ext uri="{BB962C8B-B14F-4D97-AF65-F5344CB8AC3E}">
        <p14:creationId xmlns:p14="http://schemas.microsoft.com/office/powerpoint/2010/main" val="734938237"/>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52">
          <a:extLst>
            <a:ext uri="{FF2B5EF4-FFF2-40B4-BE49-F238E27FC236}">
              <a16:creationId xmlns:a16="http://schemas.microsoft.com/office/drawing/2014/main" id="{F301BBA6-94BD-89FB-DEB1-3C6805AF770A}"/>
            </a:ext>
          </a:extLst>
        </p:cNvPr>
        <p:cNvGrpSpPr/>
        <p:nvPr/>
      </p:nvGrpSpPr>
      <p:grpSpPr>
        <a:xfrm>
          <a:off x="0" y="0"/>
          <a:ext cx="0" cy="0"/>
          <a:chOff x="0" y="0"/>
          <a:chExt cx="0" cy="0"/>
        </a:xfrm>
      </p:grpSpPr>
      <p:sp>
        <p:nvSpPr>
          <p:cNvPr id="554" name="Google Shape;554;p66">
            <a:extLst>
              <a:ext uri="{FF2B5EF4-FFF2-40B4-BE49-F238E27FC236}">
                <a16:creationId xmlns:a16="http://schemas.microsoft.com/office/drawing/2014/main" id="{88EE6B52-B7BE-2D09-145B-E25756935C32}"/>
              </a:ext>
            </a:extLst>
          </p:cNvPr>
          <p:cNvSpPr txBox="1">
            <a:spLocks noGrp="1"/>
          </p:cNvSpPr>
          <p:nvPr>
            <p:ph type="title"/>
          </p:nvPr>
        </p:nvSpPr>
        <p:spPr>
          <a:xfrm>
            <a:off x="1732050" y="360117"/>
            <a:ext cx="5679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Iterative Waterfall Model</a:t>
            </a:r>
            <a:endParaRPr dirty="0"/>
          </a:p>
        </p:txBody>
      </p:sp>
      <p:pic>
        <p:nvPicPr>
          <p:cNvPr id="4" name="Picture 3" descr="A black background with white rectangles&#10;&#10;Description automatically generated">
            <a:extLst>
              <a:ext uri="{FF2B5EF4-FFF2-40B4-BE49-F238E27FC236}">
                <a16:creationId xmlns:a16="http://schemas.microsoft.com/office/drawing/2014/main" id="{427647D2-4628-B3A4-7A43-290493214B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2050" y="1005659"/>
            <a:ext cx="5715000" cy="3302000"/>
          </a:xfrm>
          <a:prstGeom prst="rect">
            <a:avLst/>
          </a:prstGeom>
        </p:spPr>
      </p:pic>
      <p:sp>
        <p:nvSpPr>
          <p:cNvPr id="5" name="TextBox 4">
            <a:extLst>
              <a:ext uri="{FF2B5EF4-FFF2-40B4-BE49-F238E27FC236}">
                <a16:creationId xmlns:a16="http://schemas.microsoft.com/office/drawing/2014/main" id="{D71C5976-8C9C-1FC3-E34C-10CC4003E790}"/>
              </a:ext>
            </a:extLst>
          </p:cNvPr>
          <p:cNvSpPr txBox="1"/>
          <p:nvPr/>
        </p:nvSpPr>
        <p:spPr>
          <a:xfrm>
            <a:off x="2495006" y="4380501"/>
            <a:ext cx="4153988" cy="307777"/>
          </a:xfrm>
          <a:prstGeom prst="rect">
            <a:avLst/>
          </a:prstGeom>
          <a:noFill/>
        </p:spPr>
        <p:txBody>
          <a:bodyPr wrap="square" rtlCol="0">
            <a:spAutoFit/>
          </a:bodyPr>
          <a:lstStyle/>
          <a:p>
            <a:pPr algn="ctr"/>
            <a:r>
              <a:rPr lang="en-US" dirty="0"/>
              <a:t>Figure 1: Iterative Waterfall Model</a:t>
            </a:r>
          </a:p>
        </p:txBody>
      </p:sp>
    </p:spTree>
    <p:extLst>
      <p:ext uri="{BB962C8B-B14F-4D97-AF65-F5344CB8AC3E}">
        <p14:creationId xmlns:p14="http://schemas.microsoft.com/office/powerpoint/2010/main" val="1265387116"/>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71">
          <a:extLst>
            <a:ext uri="{FF2B5EF4-FFF2-40B4-BE49-F238E27FC236}">
              <a16:creationId xmlns:a16="http://schemas.microsoft.com/office/drawing/2014/main" id="{10A00A93-E632-B95B-348E-984740DCECD9}"/>
            </a:ext>
          </a:extLst>
        </p:cNvPr>
        <p:cNvGrpSpPr/>
        <p:nvPr/>
      </p:nvGrpSpPr>
      <p:grpSpPr>
        <a:xfrm>
          <a:off x="0" y="0"/>
          <a:ext cx="0" cy="0"/>
          <a:chOff x="0" y="0"/>
          <a:chExt cx="0" cy="0"/>
        </a:xfrm>
      </p:grpSpPr>
      <p:sp>
        <p:nvSpPr>
          <p:cNvPr id="572" name="Google Shape;572;p69">
            <a:extLst>
              <a:ext uri="{FF2B5EF4-FFF2-40B4-BE49-F238E27FC236}">
                <a16:creationId xmlns:a16="http://schemas.microsoft.com/office/drawing/2014/main" id="{451BE027-E8E4-84BB-EE83-37AFD82DB147}"/>
              </a:ext>
            </a:extLst>
          </p:cNvPr>
          <p:cNvSpPr txBox="1">
            <a:spLocks noGrp="1"/>
          </p:cNvSpPr>
          <p:nvPr>
            <p:ph type="title"/>
          </p:nvPr>
        </p:nvSpPr>
        <p:spPr>
          <a:xfrm>
            <a:off x="2438226" y="2369071"/>
            <a:ext cx="4267547" cy="179424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Functional Requirements</a:t>
            </a:r>
          </a:p>
        </p:txBody>
      </p:sp>
      <p:sp>
        <p:nvSpPr>
          <p:cNvPr id="573" name="Google Shape;573;p69">
            <a:extLst>
              <a:ext uri="{FF2B5EF4-FFF2-40B4-BE49-F238E27FC236}">
                <a16:creationId xmlns:a16="http://schemas.microsoft.com/office/drawing/2014/main" id="{153CA898-C703-48EB-9C09-003F9D47C4C1}"/>
              </a:ext>
            </a:extLst>
          </p:cNvPr>
          <p:cNvSpPr txBox="1">
            <a:spLocks noGrp="1"/>
          </p:cNvSpPr>
          <p:nvPr>
            <p:ph type="title" idx="2"/>
          </p:nvPr>
        </p:nvSpPr>
        <p:spPr>
          <a:xfrm>
            <a:off x="3746549" y="1234661"/>
            <a:ext cx="1650900" cy="97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07</a:t>
            </a:r>
            <a:endParaRPr dirty="0"/>
          </a:p>
        </p:txBody>
      </p:sp>
    </p:spTree>
    <p:extLst>
      <p:ext uri="{BB962C8B-B14F-4D97-AF65-F5344CB8AC3E}">
        <p14:creationId xmlns:p14="http://schemas.microsoft.com/office/powerpoint/2010/main" val="2248007365"/>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52">
          <a:extLst>
            <a:ext uri="{FF2B5EF4-FFF2-40B4-BE49-F238E27FC236}">
              <a16:creationId xmlns:a16="http://schemas.microsoft.com/office/drawing/2014/main" id="{7DCCA131-F860-A4D3-41BF-F3BEDD0F436A}"/>
            </a:ext>
          </a:extLst>
        </p:cNvPr>
        <p:cNvGrpSpPr/>
        <p:nvPr/>
      </p:nvGrpSpPr>
      <p:grpSpPr>
        <a:xfrm>
          <a:off x="0" y="0"/>
          <a:ext cx="0" cy="0"/>
          <a:chOff x="0" y="0"/>
          <a:chExt cx="0" cy="0"/>
        </a:xfrm>
      </p:grpSpPr>
      <p:sp>
        <p:nvSpPr>
          <p:cNvPr id="553" name="Google Shape;553;p66">
            <a:extLst>
              <a:ext uri="{FF2B5EF4-FFF2-40B4-BE49-F238E27FC236}">
                <a16:creationId xmlns:a16="http://schemas.microsoft.com/office/drawing/2014/main" id="{FDBD9014-B533-1B48-3740-EE29A5175163}"/>
              </a:ext>
            </a:extLst>
          </p:cNvPr>
          <p:cNvSpPr txBox="1">
            <a:spLocks noGrp="1"/>
          </p:cNvSpPr>
          <p:nvPr>
            <p:ph type="subTitle" idx="1"/>
          </p:nvPr>
        </p:nvSpPr>
        <p:spPr>
          <a:xfrm>
            <a:off x="473528" y="1503861"/>
            <a:ext cx="8196943" cy="2610939"/>
          </a:xfrm>
          <a:prstGeom prst="rect">
            <a:avLst/>
          </a:prstGeom>
        </p:spPr>
        <p:txBody>
          <a:bodyPr spcFirstLastPara="1" wrap="square" lIns="91425" tIns="91425" rIns="91425" bIns="91425" anchor="t" anchorCtr="0">
            <a:noAutofit/>
          </a:bodyPr>
          <a:lstStyle/>
          <a:p>
            <a:pPr>
              <a:lnSpc>
                <a:spcPct val="150000"/>
              </a:lnSpc>
            </a:pPr>
            <a:r>
              <a:rPr lang="en-US" dirty="0"/>
              <a:t>User Registration and Login</a:t>
            </a:r>
          </a:p>
          <a:p>
            <a:pPr>
              <a:lnSpc>
                <a:spcPct val="150000"/>
              </a:lnSpc>
            </a:pPr>
            <a:r>
              <a:rPr lang="en-US" dirty="0"/>
              <a:t>Product Management</a:t>
            </a:r>
          </a:p>
          <a:p>
            <a:pPr>
              <a:lnSpc>
                <a:spcPct val="150000"/>
              </a:lnSpc>
            </a:pPr>
            <a:r>
              <a:rPr lang="en-US" dirty="0"/>
              <a:t>Product Browsing and Searching</a:t>
            </a:r>
          </a:p>
          <a:p>
            <a:pPr>
              <a:lnSpc>
                <a:spcPct val="150000"/>
              </a:lnSpc>
            </a:pPr>
            <a:r>
              <a:rPr lang="en-US" dirty="0"/>
              <a:t>Tax Calculation</a:t>
            </a:r>
          </a:p>
          <a:p>
            <a:pPr>
              <a:lnSpc>
                <a:spcPct val="150000"/>
              </a:lnSpc>
            </a:pPr>
            <a:r>
              <a:rPr lang="en-US" dirty="0"/>
              <a:t>Shopping Cart</a:t>
            </a:r>
          </a:p>
          <a:p>
            <a:pPr>
              <a:lnSpc>
                <a:spcPct val="150000"/>
              </a:lnSpc>
            </a:pPr>
            <a:r>
              <a:rPr lang="en-US" dirty="0"/>
              <a:t>Transaction Monitoring</a:t>
            </a:r>
          </a:p>
        </p:txBody>
      </p:sp>
      <p:sp>
        <p:nvSpPr>
          <p:cNvPr id="554" name="Google Shape;554;p66">
            <a:extLst>
              <a:ext uri="{FF2B5EF4-FFF2-40B4-BE49-F238E27FC236}">
                <a16:creationId xmlns:a16="http://schemas.microsoft.com/office/drawing/2014/main" id="{6B2B5080-166F-C587-EC19-DC27586AEC76}"/>
              </a:ext>
            </a:extLst>
          </p:cNvPr>
          <p:cNvSpPr txBox="1">
            <a:spLocks noGrp="1"/>
          </p:cNvSpPr>
          <p:nvPr>
            <p:ph type="title"/>
          </p:nvPr>
        </p:nvSpPr>
        <p:spPr>
          <a:xfrm>
            <a:off x="1732050" y="438494"/>
            <a:ext cx="5679900" cy="572700"/>
          </a:xfrm>
          <a:prstGeom prst="rect">
            <a:avLst/>
          </a:prstGeom>
        </p:spPr>
        <p:txBody>
          <a:bodyPr spcFirstLastPara="1" wrap="square" lIns="91425" tIns="91425" rIns="91425" bIns="91425" anchor="t" anchorCtr="0">
            <a:noAutofit/>
          </a:bodyPr>
          <a:lstStyle/>
          <a:p>
            <a:pPr lvl="0"/>
            <a:r>
              <a:rPr lang="en-US" dirty="0"/>
              <a:t>Functional Requirements</a:t>
            </a:r>
          </a:p>
        </p:txBody>
      </p:sp>
    </p:spTree>
    <p:extLst>
      <p:ext uri="{BB962C8B-B14F-4D97-AF65-F5344CB8AC3E}">
        <p14:creationId xmlns:p14="http://schemas.microsoft.com/office/powerpoint/2010/main" val="1884075029"/>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52">
          <a:extLst>
            <a:ext uri="{FF2B5EF4-FFF2-40B4-BE49-F238E27FC236}">
              <a16:creationId xmlns:a16="http://schemas.microsoft.com/office/drawing/2014/main" id="{FD178E86-5C56-D6C8-4B9D-16ED591CFB3A}"/>
            </a:ext>
          </a:extLst>
        </p:cNvPr>
        <p:cNvGrpSpPr/>
        <p:nvPr/>
      </p:nvGrpSpPr>
      <p:grpSpPr>
        <a:xfrm>
          <a:off x="0" y="0"/>
          <a:ext cx="0" cy="0"/>
          <a:chOff x="0" y="0"/>
          <a:chExt cx="0" cy="0"/>
        </a:xfrm>
      </p:grpSpPr>
      <p:sp>
        <p:nvSpPr>
          <p:cNvPr id="554" name="Google Shape;554;p66">
            <a:extLst>
              <a:ext uri="{FF2B5EF4-FFF2-40B4-BE49-F238E27FC236}">
                <a16:creationId xmlns:a16="http://schemas.microsoft.com/office/drawing/2014/main" id="{F8C5C9A6-E2FB-7D05-C621-DEAD97FD4454}"/>
              </a:ext>
            </a:extLst>
          </p:cNvPr>
          <p:cNvSpPr txBox="1">
            <a:spLocks noGrp="1"/>
          </p:cNvSpPr>
          <p:nvPr>
            <p:ph type="title"/>
          </p:nvPr>
        </p:nvSpPr>
        <p:spPr>
          <a:xfrm>
            <a:off x="1782850" y="266452"/>
            <a:ext cx="5679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Use Case Diagram</a:t>
            </a:r>
          </a:p>
        </p:txBody>
      </p:sp>
      <p:sp>
        <p:nvSpPr>
          <p:cNvPr id="5" name="TextBox 4">
            <a:extLst>
              <a:ext uri="{FF2B5EF4-FFF2-40B4-BE49-F238E27FC236}">
                <a16:creationId xmlns:a16="http://schemas.microsoft.com/office/drawing/2014/main" id="{CB570E9A-0136-0E35-C34C-A8461CA27789}"/>
              </a:ext>
            </a:extLst>
          </p:cNvPr>
          <p:cNvSpPr txBox="1"/>
          <p:nvPr/>
        </p:nvSpPr>
        <p:spPr>
          <a:xfrm>
            <a:off x="2545806" y="4491659"/>
            <a:ext cx="4153988" cy="307777"/>
          </a:xfrm>
          <a:prstGeom prst="rect">
            <a:avLst/>
          </a:prstGeom>
          <a:noFill/>
        </p:spPr>
        <p:txBody>
          <a:bodyPr wrap="square" rtlCol="0">
            <a:spAutoFit/>
          </a:bodyPr>
          <a:lstStyle/>
          <a:p>
            <a:pPr algn="ctr"/>
            <a:r>
              <a:rPr lang="en-US" dirty="0"/>
              <a:t>Figure 2: Use Case Diagram of HamroByapar</a:t>
            </a:r>
          </a:p>
        </p:txBody>
      </p:sp>
      <p:pic>
        <p:nvPicPr>
          <p:cNvPr id="2" name="Picture 1">
            <a:extLst>
              <a:ext uri="{FF2B5EF4-FFF2-40B4-BE49-F238E27FC236}">
                <a16:creationId xmlns:a16="http://schemas.microsoft.com/office/drawing/2014/main" id="{8EC1FEBA-5B13-CBAD-9B41-71694501142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51800" y="821659"/>
            <a:ext cx="3502528" cy="3670000"/>
          </a:xfrm>
          <a:prstGeom prst="rect">
            <a:avLst/>
          </a:prstGeom>
          <a:noFill/>
          <a:ln>
            <a:noFill/>
          </a:ln>
        </p:spPr>
      </p:pic>
    </p:spTree>
    <p:extLst>
      <p:ext uri="{BB962C8B-B14F-4D97-AF65-F5344CB8AC3E}">
        <p14:creationId xmlns:p14="http://schemas.microsoft.com/office/powerpoint/2010/main" val="2994247490"/>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71">
          <a:extLst>
            <a:ext uri="{FF2B5EF4-FFF2-40B4-BE49-F238E27FC236}">
              <a16:creationId xmlns:a16="http://schemas.microsoft.com/office/drawing/2014/main" id="{D7BB2EAD-300E-8404-DD46-3FF642A276C9}"/>
            </a:ext>
          </a:extLst>
        </p:cNvPr>
        <p:cNvGrpSpPr/>
        <p:nvPr/>
      </p:nvGrpSpPr>
      <p:grpSpPr>
        <a:xfrm>
          <a:off x="0" y="0"/>
          <a:ext cx="0" cy="0"/>
          <a:chOff x="0" y="0"/>
          <a:chExt cx="0" cy="0"/>
        </a:xfrm>
      </p:grpSpPr>
      <p:sp>
        <p:nvSpPr>
          <p:cNvPr id="572" name="Google Shape;572;p69">
            <a:extLst>
              <a:ext uri="{FF2B5EF4-FFF2-40B4-BE49-F238E27FC236}">
                <a16:creationId xmlns:a16="http://schemas.microsoft.com/office/drawing/2014/main" id="{DA740B05-B1F0-2713-F731-E48DCC2ECA62}"/>
              </a:ext>
            </a:extLst>
          </p:cNvPr>
          <p:cNvSpPr txBox="1">
            <a:spLocks noGrp="1"/>
          </p:cNvSpPr>
          <p:nvPr>
            <p:ph type="title"/>
          </p:nvPr>
        </p:nvSpPr>
        <p:spPr>
          <a:xfrm>
            <a:off x="2290266" y="2342945"/>
            <a:ext cx="4563465" cy="179424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Non-Functional Requirements</a:t>
            </a:r>
          </a:p>
        </p:txBody>
      </p:sp>
      <p:sp>
        <p:nvSpPr>
          <p:cNvPr id="573" name="Google Shape;573;p69">
            <a:extLst>
              <a:ext uri="{FF2B5EF4-FFF2-40B4-BE49-F238E27FC236}">
                <a16:creationId xmlns:a16="http://schemas.microsoft.com/office/drawing/2014/main" id="{6AAC28F3-E3C2-5D8F-4215-DF104464FB8B}"/>
              </a:ext>
            </a:extLst>
          </p:cNvPr>
          <p:cNvSpPr txBox="1">
            <a:spLocks noGrp="1"/>
          </p:cNvSpPr>
          <p:nvPr>
            <p:ph type="title" idx="2"/>
          </p:nvPr>
        </p:nvSpPr>
        <p:spPr>
          <a:xfrm>
            <a:off x="3746549" y="1234661"/>
            <a:ext cx="1650900" cy="97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08</a:t>
            </a:r>
            <a:endParaRPr dirty="0"/>
          </a:p>
        </p:txBody>
      </p:sp>
    </p:spTree>
    <p:extLst>
      <p:ext uri="{BB962C8B-B14F-4D97-AF65-F5344CB8AC3E}">
        <p14:creationId xmlns:p14="http://schemas.microsoft.com/office/powerpoint/2010/main" val="2017927623"/>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52">
          <a:extLst>
            <a:ext uri="{FF2B5EF4-FFF2-40B4-BE49-F238E27FC236}">
              <a16:creationId xmlns:a16="http://schemas.microsoft.com/office/drawing/2014/main" id="{68BC58E8-E12F-4FE1-FEF4-0666C8E8BFD5}"/>
            </a:ext>
          </a:extLst>
        </p:cNvPr>
        <p:cNvGrpSpPr/>
        <p:nvPr/>
      </p:nvGrpSpPr>
      <p:grpSpPr>
        <a:xfrm>
          <a:off x="0" y="0"/>
          <a:ext cx="0" cy="0"/>
          <a:chOff x="0" y="0"/>
          <a:chExt cx="0" cy="0"/>
        </a:xfrm>
      </p:grpSpPr>
      <p:sp>
        <p:nvSpPr>
          <p:cNvPr id="553" name="Google Shape;553;p66">
            <a:extLst>
              <a:ext uri="{FF2B5EF4-FFF2-40B4-BE49-F238E27FC236}">
                <a16:creationId xmlns:a16="http://schemas.microsoft.com/office/drawing/2014/main" id="{D0C3A166-71BE-2734-F486-C0D66910136D}"/>
              </a:ext>
            </a:extLst>
          </p:cNvPr>
          <p:cNvSpPr txBox="1">
            <a:spLocks noGrp="1"/>
          </p:cNvSpPr>
          <p:nvPr>
            <p:ph type="subTitle" idx="1"/>
          </p:nvPr>
        </p:nvSpPr>
        <p:spPr>
          <a:xfrm>
            <a:off x="473528" y="1503861"/>
            <a:ext cx="8196943" cy="2610939"/>
          </a:xfrm>
          <a:prstGeom prst="rect">
            <a:avLst/>
          </a:prstGeom>
        </p:spPr>
        <p:txBody>
          <a:bodyPr spcFirstLastPara="1" wrap="square" lIns="91425" tIns="91425" rIns="91425" bIns="91425" anchor="t" anchorCtr="0">
            <a:noAutofit/>
          </a:bodyPr>
          <a:lstStyle/>
          <a:p>
            <a:pPr algn="just">
              <a:lnSpc>
                <a:spcPct val="150000"/>
              </a:lnSpc>
            </a:pPr>
            <a:r>
              <a:rPr lang="en-US" dirty="0"/>
              <a:t>User friendly Interface</a:t>
            </a:r>
          </a:p>
          <a:p>
            <a:pPr algn="just">
              <a:lnSpc>
                <a:spcPct val="150000"/>
              </a:lnSpc>
            </a:pPr>
            <a:r>
              <a:rPr lang="en-US" dirty="0"/>
              <a:t>Responsive User Interface</a:t>
            </a:r>
          </a:p>
          <a:p>
            <a:pPr algn="just">
              <a:lnSpc>
                <a:spcPct val="150000"/>
              </a:lnSpc>
            </a:pPr>
            <a:r>
              <a:rPr lang="en-US" dirty="0"/>
              <a:t>Reliability</a:t>
            </a:r>
          </a:p>
          <a:p>
            <a:pPr algn="just">
              <a:lnSpc>
                <a:spcPct val="150000"/>
              </a:lnSpc>
            </a:pPr>
            <a:r>
              <a:rPr lang="en-US" dirty="0"/>
              <a:t>Security</a:t>
            </a:r>
          </a:p>
          <a:p>
            <a:pPr algn="just">
              <a:lnSpc>
                <a:spcPct val="150000"/>
              </a:lnSpc>
            </a:pPr>
            <a:r>
              <a:rPr lang="en-US" dirty="0"/>
              <a:t>Error Handling</a:t>
            </a:r>
          </a:p>
        </p:txBody>
      </p:sp>
      <p:sp>
        <p:nvSpPr>
          <p:cNvPr id="554" name="Google Shape;554;p66">
            <a:extLst>
              <a:ext uri="{FF2B5EF4-FFF2-40B4-BE49-F238E27FC236}">
                <a16:creationId xmlns:a16="http://schemas.microsoft.com/office/drawing/2014/main" id="{5A0BC3FF-BA66-F612-4E44-135FB9E541F9}"/>
              </a:ext>
            </a:extLst>
          </p:cNvPr>
          <p:cNvSpPr txBox="1">
            <a:spLocks noGrp="1"/>
          </p:cNvSpPr>
          <p:nvPr>
            <p:ph type="title"/>
          </p:nvPr>
        </p:nvSpPr>
        <p:spPr>
          <a:xfrm>
            <a:off x="1732050" y="438494"/>
            <a:ext cx="5679900" cy="572700"/>
          </a:xfrm>
          <a:prstGeom prst="rect">
            <a:avLst/>
          </a:prstGeom>
        </p:spPr>
        <p:txBody>
          <a:bodyPr spcFirstLastPara="1" wrap="square" lIns="91425" tIns="91425" rIns="91425" bIns="91425" anchor="t" anchorCtr="0">
            <a:noAutofit/>
          </a:bodyPr>
          <a:lstStyle/>
          <a:p>
            <a:pPr lvl="0"/>
            <a:r>
              <a:rPr lang="en-US" dirty="0"/>
              <a:t>Non-Functional Requirements</a:t>
            </a:r>
          </a:p>
        </p:txBody>
      </p:sp>
    </p:spTree>
    <p:extLst>
      <p:ext uri="{BB962C8B-B14F-4D97-AF65-F5344CB8AC3E}">
        <p14:creationId xmlns:p14="http://schemas.microsoft.com/office/powerpoint/2010/main" val="2450735030"/>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71">
          <a:extLst>
            <a:ext uri="{FF2B5EF4-FFF2-40B4-BE49-F238E27FC236}">
              <a16:creationId xmlns:a16="http://schemas.microsoft.com/office/drawing/2014/main" id="{D69F4DA7-59EF-C7B2-1480-945E3E62D796}"/>
            </a:ext>
          </a:extLst>
        </p:cNvPr>
        <p:cNvGrpSpPr/>
        <p:nvPr/>
      </p:nvGrpSpPr>
      <p:grpSpPr>
        <a:xfrm>
          <a:off x="0" y="0"/>
          <a:ext cx="0" cy="0"/>
          <a:chOff x="0" y="0"/>
          <a:chExt cx="0" cy="0"/>
        </a:xfrm>
      </p:grpSpPr>
      <p:sp>
        <p:nvSpPr>
          <p:cNvPr id="572" name="Google Shape;572;p69">
            <a:extLst>
              <a:ext uri="{FF2B5EF4-FFF2-40B4-BE49-F238E27FC236}">
                <a16:creationId xmlns:a16="http://schemas.microsoft.com/office/drawing/2014/main" id="{CCE8E703-D684-041F-248D-E54B1CEC3DAA}"/>
              </a:ext>
            </a:extLst>
          </p:cNvPr>
          <p:cNvSpPr txBox="1">
            <a:spLocks noGrp="1"/>
          </p:cNvSpPr>
          <p:nvPr>
            <p:ph type="title"/>
          </p:nvPr>
        </p:nvSpPr>
        <p:spPr>
          <a:xfrm>
            <a:off x="2438225" y="2229360"/>
            <a:ext cx="4267547" cy="179424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dirty="0"/>
              <a:t>Feasibility Analysis</a:t>
            </a:r>
          </a:p>
        </p:txBody>
      </p:sp>
      <p:sp>
        <p:nvSpPr>
          <p:cNvPr id="573" name="Google Shape;573;p69">
            <a:extLst>
              <a:ext uri="{FF2B5EF4-FFF2-40B4-BE49-F238E27FC236}">
                <a16:creationId xmlns:a16="http://schemas.microsoft.com/office/drawing/2014/main" id="{FEA1B53D-FE8C-4D51-B52A-CC63C01F898C}"/>
              </a:ext>
            </a:extLst>
          </p:cNvPr>
          <p:cNvSpPr txBox="1">
            <a:spLocks noGrp="1"/>
          </p:cNvSpPr>
          <p:nvPr>
            <p:ph type="title" idx="2"/>
          </p:nvPr>
        </p:nvSpPr>
        <p:spPr>
          <a:xfrm>
            <a:off x="3746549" y="1038717"/>
            <a:ext cx="1650900" cy="97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09</a:t>
            </a:r>
            <a:endParaRPr dirty="0"/>
          </a:p>
        </p:txBody>
      </p:sp>
    </p:spTree>
    <p:extLst>
      <p:ext uri="{BB962C8B-B14F-4D97-AF65-F5344CB8AC3E}">
        <p14:creationId xmlns:p14="http://schemas.microsoft.com/office/powerpoint/2010/main" val="2887963831"/>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52">
          <a:extLst>
            <a:ext uri="{FF2B5EF4-FFF2-40B4-BE49-F238E27FC236}">
              <a16:creationId xmlns:a16="http://schemas.microsoft.com/office/drawing/2014/main" id="{52D394D4-6192-4A4D-CF32-42E17E4A2C3A}"/>
            </a:ext>
          </a:extLst>
        </p:cNvPr>
        <p:cNvGrpSpPr/>
        <p:nvPr/>
      </p:nvGrpSpPr>
      <p:grpSpPr>
        <a:xfrm>
          <a:off x="0" y="0"/>
          <a:ext cx="0" cy="0"/>
          <a:chOff x="0" y="0"/>
          <a:chExt cx="0" cy="0"/>
        </a:xfrm>
      </p:grpSpPr>
      <p:sp>
        <p:nvSpPr>
          <p:cNvPr id="553" name="Google Shape;553;p66">
            <a:extLst>
              <a:ext uri="{FF2B5EF4-FFF2-40B4-BE49-F238E27FC236}">
                <a16:creationId xmlns:a16="http://schemas.microsoft.com/office/drawing/2014/main" id="{9C3F078E-6C03-5504-44F9-9B6323D3E1B5}"/>
              </a:ext>
            </a:extLst>
          </p:cNvPr>
          <p:cNvSpPr txBox="1">
            <a:spLocks noGrp="1"/>
          </p:cNvSpPr>
          <p:nvPr>
            <p:ph type="subTitle" idx="1"/>
          </p:nvPr>
        </p:nvSpPr>
        <p:spPr>
          <a:xfrm>
            <a:off x="473528" y="1503861"/>
            <a:ext cx="8196943" cy="2610939"/>
          </a:xfrm>
          <a:prstGeom prst="rect">
            <a:avLst/>
          </a:prstGeom>
        </p:spPr>
        <p:txBody>
          <a:bodyPr spcFirstLastPara="1" wrap="square" lIns="91425" tIns="91425" rIns="91425" bIns="91425" anchor="t" anchorCtr="0">
            <a:noAutofit/>
          </a:bodyPr>
          <a:lstStyle/>
          <a:p>
            <a:pPr algn="just">
              <a:lnSpc>
                <a:spcPct val="150000"/>
              </a:lnSpc>
            </a:pPr>
            <a:r>
              <a:rPr lang="en-US" dirty="0"/>
              <a:t>Technical Feasibility</a:t>
            </a:r>
          </a:p>
          <a:p>
            <a:pPr algn="just">
              <a:lnSpc>
                <a:spcPct val="150000"/>
              </a:lnSpc>
            </a:pPr>
            <a:r>
              <a:rPr lang="en-US" dirty="0"/>
              <a:t>Operational Feasibility</a:t>
            </a:r>
          </a:p>
          <a:p>
            <a:pPr algn="just">
              <a:lnSpc>
                <a:spcPct val="150000"/>
              </a:lnSpc>
            </a:pPr>
            <a:r>
              <a:rPr lang="en-US" dirty="0"/>
              <a:t>Economic Feasibility </a:t>
            </a:r>
          </a:p>
          <a:p>
            <a:pPr algn="just">
              <a:lnSpc>
                <a:spcPct val="150000"/>
              </a:lnSpc>
            </a:pPr>
            <a:r>
              <a:rPr lang="en-US" dirty="0"/>
              <a:t>Schedule Feasibility</a:t>
            </a:r>
          </a:p>
        </p:txBody>
      </p:sp>
      <p:sp>
        <p:nvSpPr>
          <p:cNvPr id="554" name="Google Shape;554;p66">
            <a:extLst>
              <a:ext uri="{FF2B5EF4-FFF2-40B4-BE49-F238E27FC236}">
                <a16:creationId xmlns:a16="http://schemas.microsoft.com/office/drawing/2014/main" id="{4FEAE78C-2CEA-2EC1-5677-C3610DB12221}"/>
              </a:ext>
            </a:extLst>
          </p:cNvPr>
          <p:cNvSpPr txBox="1">
            <a:spLocks noGrp="1"/>
          </p:cNvSpPr>
          <p:nvPr>
            <p:ph type="title"/>
          </p:nvPr>
        </p:nvSpPr>
        <p:spPr>
          <a:xfrm>
            <a:off x="1732050" y="438494"/>
            <a:ext cx="5679900" cy="572700"/>
          </a:xfrm>
          <a:prstGeom prst="rect">
            <a:avLst/>
          </a:prstGeom>
        </p:spPr>
        <p:txBody>
          <a:bodyPr spcFirstLastPara="1" wrap="square" lIns="91425" tIns="91425" rIns="91425" bIns="91425" anchor="t" anchorCtr="0">
            <a:noAutofit/>
          </a:bodyPr>
          <a:lstStyle/>
          <a:p>
            <a:pPr lvl="0"/>
            <a:r>
              <a:rPr lang="en-US" dirty="0"/>
              <a:t>Feasibility Analysis</a:t>
            </a:r>
          </a:p>
        </p:txBody>
      </p:sp>
    </p:spTree>
    <p:extLst>
      <p:ext uri="{BB962C8B-B14F-4D97-AF65-F5344CB8AC3E}">
        <p14:creationId xmlns:p14="http://schemas.microsoft.com/office/powerpoint/2010/main" val="856920045"/>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7EED6488-5C9A-7228-343E-10CE7BDB7999}"/>
              </a:ext>
            </a:extLst>
          </p:cNvPr>
          <p:cNvGraphicFramePr>
            <a:graphicFrameLocks noGrp="1"/>
          </p:cNvGraphicFramePr>
          <p:nvPr>
            <p:extLst>
              <p:ext uri="{D42A27DB-BD31-4B8C-83A1-F6EECF244321}">
                <p14:modId xmlns:p14="http://schemas.microsoft.com/office/powerpoint/2010/main" val="735008590"/>
              </p:ext>
            </p:extLst>
          </p:nvPr>
        </p:nvGraphicFramePr>
        <p:xfrm>
          <a:off x="2403565" y="818822"/>
          <a:ext cx="5097339" cy="2995610"/>
        </p:xfrm>
        <a:graphic>
          <a:graphicData uri="http://schemas.openxmlformats.org/drawingml/2006/table">
            <a:tbl>
              <a:tblPr firstRow="1" bandRow="1">
                <a:tableStyleId>{08EC0BEB-E69F-458E-BD0F-941020C3618E}</a:tableStyleId>
              </a:tblPr>
              <a:tblGrid>
                <a:gridCol w="1410788">
                  <a:extLst>
                    <a:ext uri="{9D8B030D-6E8A-4147-A177-3AD203B41FA5}">
                      <a16:colId xmlns:a16="http://schemas.microsoft.com/office/drawing/2014/main" val="3340784186"/>
                    </a:ext>
                  </a:extLst>
                </a:gridCol>
                <a:gridCol w="280306">
                  <a:extLst>
                    <a:ext uri="{9D8B030D-6E8A-4147-A177-3AD203B41FA5}">
                      <a16:colId xmlns:a16="http://schemas.microsoft.com/office/drawing/2014/main" val="1234081054"/>
                    </a:ext>
                  </a:extLst>
                </a:gridCol>
                <a:gridCol w="275444">
                  <a:extLst>
                    <a:ext uri="{9D8B030D-6E8A-4147-A177-3AD203B41FA5}">
                      <a16:colId xmlns:a16="http://schemas.microsoft.com/office/drawing/2014/main" val="3022224917"/>
                    </a:ext>
                  </a:extLst>
                </a:gridCol>
                <a:gridCol w="275444">
                  <a:extLst>
                    <a:ext uri="{9D8B030D-6E8A-4147-A177-3AD203B41FA5}">
                      <a16:colId xmlns:a16="http://schemas.microsoft.com/office/drawing/2014/main" val="1943093810"/>
                    </a:ext>
                  </a:extLst>
                </a:gridCol>
                <a:gridCol w="330518">
                  <a:extLst>
                    <a:ext uri="{9D8B030D-6E8A-4147-A177-3AD203B41FA5}">
                      <a16:colId xmlns:a16="http://schemas.microsoft.com/office/drawing/2014/main" val="3345207444"/>
                    </a:ext>
                  </a:extLst>
                </a:gridCol>
                <a:gridCol w="276495">
                  <a:extLst>
                    <a:ext uri="{9D8B030D-6E8A-4147-A177-3AD203B41FA5}">
                      <a16:colId xmlns:a16="http://schemas.microsoft.com/office/drawing/2014/main" val="2924909174"/>
                    </a:ext>
                  </a:extLst>
                </a:gridCol>
                <a:gridCol w="293085">
                  <a:extLst>
                    <a:ext uri="{9D8B030D-6E8A-4147-A177-3AD203B41FA5}">
                      <a16:colId xmlns:a16="http://schemas.microsoft.com/office/drawing/2014/main" val="4291182495"/>
                    </a:ext>
                  </a:extLst>
                </a:gridCol>
                <a:gridCol w="337324">
                  <a:extLst>
                    <a:ext uri="{9D8B030D-6E8A-4147-A177-3AD203B41FA5}">
                      <a16:colId xmlns:a16="http://schemas.microsoft.com/office/drawing/2014/main" val="3894429484"/>
                    </a:ext>
                  </a:extLst>
                </a:gridCol>
                <a:gridCol w="337324">
                  <a:extLst>
                    <a:ext uri="{9D8B030D-6E8A-4147-A177-3AD203B41FA5}">
                      <a16:colId xmlns:a16="http://schemas.microsoft.com/office/drawing/2014/main" val="3257006330"/>
                    </a:ext>
                  </a:extLst>
                </a:gridCol>
                <a:gridCol w="315203">
                  <a:extLst>
                    <a:ext uri="{9D8B030D-6E8A-4147-A177-3AD203B41FA5}">
                      <a16:colId xmlns:a16="http://schemas.microsoft.com/office/drawing/2014/main" val="2957690183"/>
                    </a:ext>
                  </a:extLst>
                </a:gridCol>
                <a:gridCol w="359444">
                  <a:extLst>
                    <a:ext uri="{9D8B030D-6E8A-4147-A177-3AD203B41FA5}">
                      <a16:colId xmlns:a16="http://schemas.microsoft.com/office/drawing/2014/main" val="3139317456"/>
                    </a:ext>
                  </a:extLst>
                </a:gridCol>
                <a:gridCol w="282024">
                  <a:extLst>
                    <a:ext uri="{9D8B030D-6E8A-4147-A177-3AD203B41FA5}">
                      <a16:colId xmlns:a16="http://schemas.microsoft.com/office/drawing/2014/main" val="935950712"/>
                    </a:ext>
                  </a:extLst>
                </a:gridCol>
                <a:gridCol w="323940">
                  <a:extLst>
                    <a:ext uri="{9D8B030D-6E8A-4147-A177-3AD203B41FA5}">
                      <a16:colId xmlns:a16="http://schemas.microsoft.com/office/drawing/2014/main" val="3024268834"/>
                    </a:ext>
                  </a:extLst>
                </a:gridCol>
              </a:tblGrid>
              <a:tr h="524722">
                <a:tc>
                  <a:txBody>
                    <a:bodyPr/>
                    <a:lstStyle/>
                    <a:p>
                      <a:r>
                        <a:rPr lang="en-US" dirty="0"/>
                        <a:t>Months (In Week)</a:t>
                      </a:r>
                    </a:p>
                  </a:txBody>
                  <a:tcPr/>
                </a:tc>
                <a:tc gridSpan="4">
                  <a:txBody>
                    <a:bodyPr/>
                    <a:lstStyle/>
                    <a:p>
                      <a:r>
                        <a:rPr lang="en-US" dirty="0"/>
                        <a:t>January</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4">
                  <a:txBody>
                    <a:bodyPr/>
                    <a:lstStyle/>
                    <a:p>
                      <a:r>
                        <a:rPr lang="en-US" dirty="0"/>
                        <a:t>February</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4">
                  <a:txBody>
                    <a:bodyPr/>
                    <a:lstStyle/>
                    <a:p>
                      <a:r>
                        <a:rPr lang="en-US" dirty="0"/>
                        <a:t>March</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419116496"/>
                  </a:ext>
                </a:extLst>
              </a:tr>
              <a:tr h="308660">
                <a:tc>
                  <a:txBody>
                    <a:bodyPr/>
                    <a:lstStyle/>
                    <a:p>
                      <a:r>
                        <a:rPr lang="en-US" dirty="0"/>
                        <a:t>Tasks</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extLst>
                  <a:ext uri="{0D108BD9-81ED-4DB2-BD59-A6C34878D82A}">
                    <a16:rowId xmlns:a16="http://schemas.microsoft.com/office/drawing/2014/main" val="1751849729"/>
                  </a:ext>
                </a:extLst>
              </a:tr>
              <a:tr h="308660">
                <a:tc>
                  <a:txBody>
                    <a:bodyPr/>
                    <a:lstStyle/>
                    <a:p>
                      <a:r>
                        <a:rPr lang="en-US" dirty="0"/>
                        <a:t>Planning</a:t>
                      </a:r>
                    </a:p>
                  </a:txBody>
                  <a:tcPr/>
                </a:tc>
                <a:tc>
                  <a:txBody>
                    <a:bodyPr/>
                    <a:lstStyle/>
                    <a:p>
                      <a:endParaRPr lang="en-US" dirty="0"/>
                    </a:p>
                  </a:txBody>
                  <a:tcPr>
                    <a:solidFill>
                      <a:schemeClr val="tx1"/>
                    </a:solidFill>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084200513"/>
                  </a:ext>
                </a:extLst>
              </a:tr>
              <a:tr h="308660">
                <a:tc>
                  <a:txBody>
                    <a:bodyPr/>
                    <a:lstStyle/>
                    <a:p>
                      <a:r>
                        <a:rPr lang="en-US" dirty="0"/>
                        <a:t>Design</a:t>
                      </a:r>
                    </a:p>
                  </a:txBody>
                  <a:tcPr/>
                </a:tc>
                <a:tc>
                  <a:txBody>
                    <a:bodyPr/>
                    <a:lstStyle/>
                    <a:p>
                      <a:endParaRPr lang="en-US"/>
                    </a:p>
                  </a:txBody>
                  <a:tcPr/>
                </a:tc>
                <a:tc>
                  <a:txBody>
                    <a:bodyPr/>
                    <a:lstStyle/>
                    <a:p>
                      <a:endParaRPr lang="en-US" dirty="0"/>
                    </a:p>
                  </a:txBody>
                  <a:tcPr>
                    <a:solidFill>
                      <a:schemeClr val="tx1"/>
                    </a:solidFill>
                  </a:tcPr>
                </a:tc>
                <a:tc>
                  <a:txBody>
                    <a:bodyPr/>
                    <a:lstStyle/>
                    <a:p>
                      <a:endParaRPr lang="en-US" dirty="0"/>
                    </a:p>
                  </a:txBody>
                  <a:tcPr>
                    <a:solidFill>
                      <a:schemeClr val="tx1"/>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85818526"/>
                  </a:ext>
                </a:extLst>
              </a:tr>
              <a:tr h="384555">
                <a:tc>
                  <a:txBody>
                    <a:bodyPr/>
                    <a:lstStyle/>
                    <a:p>
                      <a:r>
                        <a:rPr lang="en-US" dirty="0"/>
                        <a:t>Implementation</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solidFill>
                      <a:schemeClr val="tx1"/>
                    </a:solidFill>
                  </a:tcPr>
                </a:tc>
                <a:tc>
                  <a:txBody>
                    <a:bodyPr/>
                    <a:lstStyle/>
                    <a:p>
                      <a:endParaRPr lang="en-US" dirty="0"/>
                    </a:p>
                  </a:txBody>
                  <a:tcPr>
                    <a:solidFill>
                      <a:schemeClr val="tx1"/>
                    </a:solidFill>
                  </a:tcPr>
                </a:tc>
                <a:tc>
                  <a:txBody>
                    <a:bodyPr/>
                    <a:lstStyle/>
                    <a:p>
                      <a:endParaRPr lang="en-US" dirty="0"/>
                    </a:p>
                  </a:txBody>
                  <a:tcPr>
                    <a:solidFill>
                      <a:schemeClr val="tx1"/>
                    </a:solidFill>
                  </a:tcPr>
                </a:tc>
                <a:tc>
                  <a:txBody>
                    <a:bodyPr/>
                    <a:lstStyle/>
                    <a:p>
                      <a:endParaRPr lang="en-US" dirty="0"/>
                    </a:p>
                  </a:txBody>
                  <a:tcPr>
                    <a:solidFill>
                      <a:schemeClr val="tx1"/>
                    </a:solidFill>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661962396"/>
                  </a:ext>
                </a:extLst>
              </a:tr>
              <a:tr h="308660">
                <a:tc>
                  <a:txBody>
                    <a:bodyPr/>
                    <a:lstStyle/>
                    <a:p>
                      <a:r>
                        <a:rPr lang="en-US" dirty="0"/>
                        <a:t>Testing</a:t>
                      </a:r>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solidFill>
                      <a:schemeClr val="tx1"/>
                    </a:solidFill>
                  </a:tcPr>
                </a:tc>
                <a:tc>
                  <a:txBody>
                    <a:bodyPr/>
                    <a:lstStyle/>
                    <a:p>
                      <a:endParaRPr lang="en-US" dirty="0"/>
                    </a:p>
                  </a:txBody>
                  <a:tcPr>
                    <a:solidFill>
                      <a:schemeClr val="tx1"/>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201260757"/>
                  </a:ext>
                </a:extLst>
              </a:tr>
              <a:tr h="400947">
                <a:tc>
                  <a:txBody>
                    <a:bodyPr/>
                    <a:lstStyle/>
                    <a:p>
                      <a:r>
                        <a:rPr lang="en-US" dirty="0"/>
                        <a:t>Maintenance</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solidFill>
                      <a:schemeClr val="tx1"/>
                    </a:solidFill>
                  </a:tcPr>
                </a:tc>
                <a:tc>
                  <a:txBody>
                    <a:bodyPr/>
                    <a:lstStyle/>
                    <a:p>
                      <a:endParaRPr lang="en-US" dirty="0"/>
                    </a:p>
                  </a:txBody>
                  <a:tcPr>
                    <a:solidFill>
                      <a:schemeClr val="tx1"/>
                    </a:solidFill>
                  </a:tcPr>
                </a:tc>
                <a:tc>
                  <a:txBody>
                    <a:bodyPr/>
                    <a:lstStyle/>
                    <a:p>
                      <a:endParaRPr lang="en-US"/>
                    </a:p>
                  </a:txBody>
                  <a:tcPr/>
                </a:tc>
                <a:extLst>
                  <a:ext uri="{0D108BD9-81ED-4DB2-BD59-A6C34878D82A}">
                    <a16:rowId xmlns:a16="http://schemas.microsoft.com/office/drawing/2014/main" val="1456212577"/>
                  </a:ext>
                </a:extLst>
              </a:tr>
              <a:tr h="450746">
                <a:tc>
                  <a:txBody>
                    <a:bodyPr/>
                    <a:lstStyle/>
                    <a:p>
                      <a:r>
                        <a:rPr lang="en-US" dirty="0"/>
                        <a:t>Documentation</a:t>
                      </a:r>
                    </a:p>
                  </a:txBody>
                  <a:tcPr/>
                </a:tc>
                <a:tc>
                  <a:txBody>
                    <a:bodyPr/>
                    <a:lstStyle/>
                    <a:p>
                      <a:endParaRPr lang="en-US" dirty="0"/>
                    </a:p>
                  </a:txBody>
                  <a:tcPr>
                    <a:solidFill>
                      <a:schemeClr val="tx1"/>
                    </a:solidFill>
                  </a:tcPr>
                </a:tc>
                <a:tc>
                  <a:txBody>
                    <a:bodyPr/>
                    <a:lstStyle/>
                    <a:p>
                      <a:endParaRPr lang="en-US" dirty="0"/>
                    </a:p>
                  </a:txBody>
                  <a:tcPr>
                    <a:solidFill>
                      <a:schemeClr val="tx1"/>
                    </a:solidFill>
                  </a:tcPr>
                </a:tc>
                <a:tc>
                  <a:txBody>
                    <a:bodyPr/>
                    <a:lstStyle/>
                    <a:p>
                      <a:endParaRPr lang="en-US" dirty="0"/>
                    </a:p>
                  </a:txBody>
                  <a:tcPr>
                    <a:solidFill>
                      <a:schemeClr val="tx1"/>
                    </a:solidFill>
                  </a:tcPr>
                </a:tc>
                <a:tc>
                  <a:txBody>
                    <a:bodyPr/>
                    <a:lstStyle/>
                    <a:p>
                      <a:endParaRPr lang="en-US" dirty="0"/>
                    </a:p>
                  </a:txBody>
                  <a:tcPr>
                    <a:solidFill>
                      <a:schemeClr val="tx1"/>
                    </a:solidFill>
                  </a:tcPr>
                </a:tc>
                <a:tc>
                  <a:txBody>
                    <a:bodyPr/>
                    <a:lstStyle/>
                    <a:p>
                      <a:endParaRPr lang="en-US" dirty="0"/>
                    </a:p>
                  </a:txBody>
                  <a:tcPr>
                    <a:solidFill>
                      <a:schemeClr val="tx1"/>
                    </a:solidFill>
                  </a:tcPr>
                </a:tc>
                <a:tc>
                  <a:txBody>
                    <a:bodyPr/>
                    <a:lstStyle/>
                    <a:p>
                      <a:endParaRPr lang="en-US" dirty="0"/>
                    </a:p>
                  </a:txBody>
                  <a:tcPr>
                    <a:solidFill>
                      <a:schemeClr val="tx1"/>
                    </a:solidFill>
                  </a:tcPr>
                </a:tc>
                <a:tc>
                  <a:txBody>
                    <a:bodyPr/>
                    <a:lstStyle/>
                    <a:p>
                      <a:endParaRPr lang="en-US" dirty="0"/>
                    </a:p>
                  </a:txBody>
                  <a:tcPr>
                    <a:solidFill>
                      <a:schemeClr val="tx1"/>
                    </a:solidFill>
                  </a:tcPr>
                </a:tc>
                <a:tc>
                  <a:txBody>
                    <a:bodyPr/>
                    <a:lstStyle/>
                    <a:p>
                      <a:endParaRPr lang="en-US" dirty="0"/>
                    </a:p>
                  </a:txBody>
                  <a:tcPr>
                    <a:solidFill>
                      <a:schemeClr val="tx1"/>
                    </a:solidFill>
                  </a:tcPr>
                </a:tc>
                <a:tc>
                  <a:txBody>
                    <a:bodyPr/>
                    <a:lstStyle/>
                    <a:p>
                      <a:endParaRPr lang="en-US" dirty="0"/>
                    </a:p>
                  </a:txBody>
                  <a:tcPr>
                    <a:solidFill>
                      <a:schemeClr val="tx1"/>
                    </a:solidFill>
                  </a:tcPr>
                </a:tc>
                <a:tc>
                  <a:txBody>
                    <a:bodyPr/>
                    <a:lstStyle/>
                    <a:p>
                      <a:endParaRPr lang="en-US" dirty="0"/>
                    </a:p>
                  </a:txBody>
                  <a:tcPr>
                    <a:solidFill>
                      <a:schemeClr val="tx1"/>
                    </a:solidFill>
                  </a:tcPr>
                </a:tc>
                <a:tc>
                  <a:txBody>
                    <a:bodyPr/>
                    <a:lstStyle/>
                    <a:p>
                      <a:endParaRPr lang="en-US" dirty="0"/>
                    </a:p>
                  </a:txBody>
                  <a:tcPr>
                    <a:solidFill>
                      <a:schemeClr val="tx1"/>
                    </a:solidFill>
                  </a:tcPr>
                </a:tc>
                <a:tc>
                  <a:txBody>
                    <a:bodyPr/>
                    <a:lstStyle/>
                    <a:p>
                      <a:endParaRPr lang="en-US" dirty="0"/>
                    </a:p>
                  </a:txBody>
                  <a:tcPr/>
                </a:tc>
                <a:extLst>
                  <a:ext uri="{0D108BD9-81ED-4DB2-BD59-A6C34878D82A}">
                    <a16:rowId xmlns:a16="http://schemas.microsoft.com/office/drawing/2014/main" val="884818448"/>
                  </a:ext>
                </a:extLst>
              </a:tr>
            </a:tbl>
          </a:graphicData>
        </a:graphic>
      </p:graphicFrame>
      <p:sp>
        <p:nvSpPr>
          <p:cNvPr id="12" name="TextBox 11">
            <a:extLst>
              <a:ext uri="{FF2B5EF4-FFF2-40B4-BE49-F238E27FC236}">
                <a16:creationId xmlns:a16="http://schemas.microsoft.com/office/drawing/2014/main" id="{2CD6970D-3659-2F99-5026-596925666F58}"/>
              </a:ext>
            </a:extLst>
          </p:cNvPr>
          <p:cNvSpPr txBox="1"/>
          <p:nvPr/>
        </p:nvSpPr>
        <p:spPr>
          <a:xfrm>
            <a:off x="2403565" y="4170789"/>
            <a:ext cx="5097339" cy="307777"/>
          </a:xfrm>
          <a:prstGeom prst="rect">
            <a:avLst/>
          </a:prstGeom>
          <a:noFill/>
        </p:spPr>
        <p:txBody>
          <a:bodyPr wrap="square" rtlCol="0">
            <a:spAutoFit/>
          </a:bodyPr>
          <a:lstStyle/>
          <a:p>
            <a:pPr algn="ctr"/>
            <a:r>
              <a:rPr lang="en-US" dirty="0"/>
              <a:t>Table 1: Gantt Chart</a:t>
            </a:r>
          </a:p>
        </p:txBody>
      </p:sp>
    </p:spTree>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71">
          <a:extLst>
            <a:ext uri="{FF2B5EF4-FFF2-40B4-BE49-F238E27FC236}">
              <a16:creationId xmlns:a16="http://schemas.microsoft.com/office/drawing/2014/main" id="{6502B60B-0C82-9364-DED3-7633B08FFFE1}"/>
            </a:ext>
          </a:extLst>
        </p:cNvPr>
        <p:cNvGrpSpPr/>
        <p:nvPr/>
      </p:nvGrpSpPr>
      <p:grpSpPr>
        <a:xfrm>
          <a:off x="0" y="0"/>
          <a:ext cx="0" cy="0"/>
          <a:chOff x="0" y="0"/>
          <a:chExt cx="0" cy="0"/>
        </a:xfrm>
      </p:grpSpPr>
      <p:sp>
        <p:nvSpPr>
          <p:cNvPr id="572" name="Google Shape;572;p69">
            <a:extLst>
              <a:ext uri="{FF2B5EF4-FFF2-40B4-BE49-F238E27FC236}">
                <a16:creationId xmlns:a16="http://schemas.microsoft.com/office/drawing/2014/main" id="{2B5B08D4-9A6E-E684-2683-9313F708AB3D}"/>
              </a:ext>
            </a:extLst>
          </p:cNvPr>
          <p:cNvSpPr txBox="1">
            <a:spLocks noGrp="1"/>
          </p:cNvSpPr>
          <p:nvPr>
            <p:ph type="title"/>
          </p:nvPr>
        </p:nvSpPr>
        <p:spPr>
          <a:xfrm>
            <a:off x="2438225" y="2229360"/>
            <a:ext cx="4267547" cy="179424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dirty="0"/>
              <a:t>Conclusion</a:t>
            </a:r>
          </a:p>
        </p:txBody>
      </p:sp>
      <p:sp>
        <p:nvSpPr>
          <p:cNvPr id="573" name="Google Shape;573;p69">
            <a:extLst>
              <a:ext uri="{FF2B5EF4-FFF2-40B4-BE49-F238E27FC236}">
                <a16:creationId xmlns:a16="http://schemas.microsoft.com/office/drawing/2014/main" id="{5D39EB49-6FFB-731B-394F-31ACEA319DAE}"/>
              </a:ext>
            </a:extLst>
          </p:cNvPr>
          <p:cNvSpPr txBox="1">
            <a:spLocks noGrp="1"/>
          </p:cNvSpPr>
          <p:nvPr>
            <p:ph type="title" idx="2"/>
          </p:nvPr>
        </p:nvSpPr>
        <p:spPr>
          <a:xfrm>
            <a:off x="3746549" y="1038717"/>
            <a:ext cx="1650900" cy="97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10</a:t>
            </a:r>
            <a:endParaRPr dirty="0"/>
          </a:p>
        </p:txBody>
      </p:sp>
    </p:spTree>
    <p:extLst>
      <p:ext uri="{BB962C8B-B14F-4D97-AF65-F5344CB8AC3E}">
        <p14:creationId xmlns:p14="http://schemas.microsoft.com/office/powerpoint/2010/main" val="2713526395"/>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52">
          <a:extLst>
            <a:ext uri="{FF2B5EF4-FFF2-40B4-BE49-F238E27FC236}">
              <a16:creationId xmlns:a16="http://schemas.microsoft.com/office/drawing/2014/main" id="{2A449BBB-99C5-0258-315D-8FB7EFA717E4}"/>
            </a:ext>
          </a:extLst>
        </p:cNvPr>
        <p:cNvGrpSpPr/>
        <p:nvPr/>
      </p:nvGrpSpPr>
      <p:grpSpPr>
        <a:xfrm>
          <a:off x="0" y="0"/>
          <a:ext cx="0" cy="0"/>
          <a:chOff x="0" y="0"/>
          <a:chExt cx="0" cy="0"/>
        </a:xfrm>
      </p:grpSpPr>
      <p:sp>
        <p:nvSpPr>
          <p:cNvPr id="553" name="Google Shape;553;p66">
            <a:extLst>
              <a:ext uri="{FF2B5EF4-FFF2-40B4-BE49-F238E27FC236}">
                <a16:creationId xmlns:a16="http://schemas.microsoft.com/office/drawing/2014/main" id="{896B8B49-7D82-32AB-03F4-FC5F70FF0FE1}"/>
              </a:ext>
            </a:extLst>
          </p:cNvPr>
          <p:cNvSpPr txBox="1">
            <a:spLocks noGrp="1"/>
          </p:cNvSpPr>
          <p:nvPr>
            <p:ph type="subTitle" idx="1"/>
          </p:nvPr>
        </p:nvSpPr>
        <p:spPr>
          <a:xfrm>
            <a:off x="473528" y="1373233"/>
            <a:ext cx="8196943" cy="2610939"/>
          </a:xfrm>
          <a:prstGeom prst="rect">
            <a:avLst/>
          </a:prstGeom>
        </p:spPr>
        <p:txBody>
          <a:bodyPr spcFirstLastPara="1" wrap="square" lIns="91425" tIns="91425" rIns="91425" bIns="91425" anchor="t" anchorCtr="0">
            <a:noAutofit/>
          </a:bodyPr>
          <a:lstStyle/>
          <a:p>
            <a:pPr marL="114300" indent="0" algn="just">
              <a:lnSpc>
                <a:spcPct val="150000"/>
              </a:lnSpc>
              <a:buNone/>
            </a:pPr>
            <a:r>
              <a:rPr lang="en-US" dirty="0"/>
              <a:t>HamroByapar is designed to provide a simple and trustworthy platform where sellers can reach more buyers, and buyers can easily make purchases. With the government's role in ensuring proper tax collection, the platform helps reduce tax evasion while contributing to government revenue. By promoting transparency and following legal regulations, it builds trust among users.</a:t>
            </a:r>
          </a:p>
        </p:txBody>
      </p:sp>
      <p:sp>
        <p:nvSpPr>
          <p:cNvPr id="554" name="Google Shape;554;p66">
            <a:extLst>
              <a:ext uri="{FF2B5EF4-FFF2-40B4-BE49-F238E27FC236}">
                <a16:creationId xmlns:a16="http://schemas.microsoft.com/office/drawing/2014/main" id="{1F751B23-E398-771D-3E1A-7E00061A6C4D}"/>
              </a:ext>
            </a:extLst>
          </p:cNvPr>
          <p:cNvSpPr txBox="1">
            <a:spLocks noGrp="1"/>
          </p:cNvSpPr>
          <p:nvPr>
            <p:ph type="title"/>
          </p:nvPr>
        </p:nvSpPr>
        <p:spPr>
          <a:xfrm>
            <a:off x="1732050" y="438494"/>
            <a:ext cx="5679900" cy="572700"/>
          </a:xfrm>
          <a:prstGeom prst="rect">
            <a:avLst/>
          </a:prstGeom>
        </p:spPr>
        <p:txBody>
          <a:bodyPr spcFirstLastPara="1" wrap="square" lIns="91425" tIns="91425" rIns="91425" bIns="91425" anchor="t" anchorCtr="0">
            <a:noAutofit/>
          </a:bodyPr>
          <a:lstStyle/>
          <a:p>
            <a:pPr lvl="0"/>
            <a:r>
              <a:rPr lang="en-US" dirty="0"/>
              <a:t>Conclusion</a:t>
            </a:r>
          </a:p>
        </p:txBody>
      </p:sp>
    </p:spTree>
    <p:extLst>
      <p:ext uri="{BB962C8B-B14F-4D97-AF65-F5344CB8AC3E}">
        <p14:creationId xmlns:p14="http://schemas.microsoft.com/office/powerpoint/2010/main" val="1884093885"/>
      </p:ext>
    </p:extLst>
  </p:cSld>
  <p:clrMapOvr>
    <a:masterClrMapping/>
  </p:clrMapOvr>
  <p:transition spd="slow">
    <p:push dir="u"/>
  </p:transition>
</p:sld>
</file>

<file path=ppt/theme/theme1.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817</Words>
  <Application>Microsoft Macintosh PowerPoint</Application>
  <PresentationFormat>On-screen Show (16:9)</PresentationFormat>
  <Paragraphs>130</Paragraphs>
  <Slides>28</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Crimson Text</vt:lpstr>
      <vt:lpstr>Vidaloka</vt:lpstr>
      <vt:lpstr>Montserrat</vt:lpstr>
      <vt:lpstr>Minimalist Business Slides XL by Slidesgo</vt:lpstr>
      <vt:lpstr>HamroByapar</vt:lpstr>
      <vt:lpstr>Introduction</vt:lpstr>
      <vt:lpstr>Functional Requirements </vt:lpstr>
      <vt:lpstr>Introduction</vt:lpstr>
      <vt:lpstr>Introduction</vt:lpstr>
      <vt:lpstr>Introduction</vt:lpstr>
      <vt:lpstr>Objective</vt:lpstr>
      <vt:lpstr>Objective</vt:lpstr>
      <vt:lpstr>Scope</vt:lpstr>
      <vt:lpstr>User Scope</vt:lpstr>
      <vt:lpstr>System Scope </vt:lpstr>
      <vt:lpstr>Limitations</vt:lpstr>
      <vt:lpstr>Limitations</vt:lpstr>
      <vt:lpstr>Existing System</vt:lpstr>
      <vt:lpstr>Existing System</vt:lpstr>
      <vt:lpstr>Development Methodology</vt:lpstr>
      <vt:lpstr>Development Methodology</vt:lpstr>
      <vt:lpstr>Iterative Waterfall Model</vt:lpstr>
      <vt:lpstr>Functional Requirements</vt:lpstr>
      <vt:lpstr>Functional Requirements</vt:lpstr>
      <vt:lpstr>Use Case Diagram</vt:lpstr>
      <vt:lpstr>Non-Functional Requirements</vt:lpstr>
      <vt:lpstr>Non-Functional Requirements</vt:lpstr>
      <vt:lpstr>Feasibility Analysis</vt:lpstr>
      <vt:lpstr>Feasibility Analysis</vt:lpstr>
      <vt:lpstr>PowerPoint Presentation</vt:lpstr>
      <vt:lpstr>Conclusion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HamroByapar</dc:title>
  <cp:lastModifiedBy>Dhungana, Puja</cp:lastModifiedBy>
  <cp:revision>5</cp:revision>
  <dcterms:modified xsi:type="dcterms:W3CDTF">2025-01-03T03:31:48Z</dcterms:modified>
</cp:coreProperties>
</file>